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slideLayout" Target="../slideLayouts/slideLayout1.xml"/><Relationship Id="rId9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png"/><Relationship Id="rId52" Type="http://schemas.openxmlformats.org/officeDocument/2006/relationships/image" Target="../media/image-2-52.png"/><Relationship Id="rId53" Type="http://schemas.openxmlformats.org/officeDocument/2006/relationships/image" Target="../media/image-2-53.png"/><Relationship Id="rId54" Type="http://schemas.openxmlformats.org/officeDocument/2006/relationships/image" Target="../media/image-2-54.png"/><Relationship Id="rId55" Type="http://schemas.openxmlformats.org/officeDocument/2006/relationships/image" Target="../media/image-2-55.png"/><Relationship Id="rId56" Type="http://schemas.openxmlformats.org/officeDocument/2006/relationships/image" Target="../media/image-2-56.png"/><Relationship Id="rId57" Type="http://schemas.openxmlformats.org/officeDocument/2006/relationships/image" Target="../media/image-2-57.png"/><Relationship Id="rId58" Type="http://schemas.openxmlformats.org/officeDocument/2006/relationships/image" Target="../media/image-2-58.png"/><Relationship Id="rId59" Type="http://schemas.openxmlformats.org/officeDocument/2006/relationships/image" Target="../media/image-2-59.png"/><Relationship Id="rId60" Type="http://schemas.openxmlformats.org/officeDocument/2006/relationships/image" Target="../media/image-2-60.png"/><Relationship Id="rId61" Type="http://schemas.openxmlformats.org/officeDocument/2006/relationships/image" Target="../media/image-2-61.png"/><Relationship Id="rId62" Type="http://schemas.openxmlformats.org/officeDocument/2006/relationships/image" Target="../media/image-2-62.png"/><Relationship Id="rId63" Type="http://schemas.openxmlformats.org/officeDocument/2006/relationships/image" Target="../media/image-2-63.png"/><Relationship Id="rId64" Type="http://schemas.openxmlformats.org/officeDocument/2006/relationships/image" Target="../media/image-2-64.png"/><Relationship Id="rId65" Type="http://schemas.openxmlformats.org/officeDocument/2006/relationships/image" Target="../media/image-2-65.png"/><Relationship Id="rId66" Type="http://schemas.openxmlformats.org/officeDocument/2006/relationships/image" Target="../media/image-2-66.png"/><Relationship Id="rId67" Type="http://schemas.openxmlformats.org/officeDocument/2006/relationships/image" Target="../media/image-2-67.png"/><Relationship Id="rId68" Type="http://schemas.openxmlformats.org/officeDocument/2006/relationships/image" Target="../media/image-2-68.png"/><Relationship Id="rId69" Type="http://schemas.openxmlformats.org/officeDocument/2006/relationships/image" Target="../media/image-2-69.png"/><Relationship Id="rId70" Type="http://schemas.openxmlformats.org/officeDocument/2006/relationships/image" Target="../media/image-2-70.png"/><Relationship Id="rId71" Type="http://schemas.openxmlformats.org/officeDocument/2006/relationships/image" Target="../media/image-2-71.png"/><Relationship Id="rId72" Type="http://schemas.openxmlformats.org/officeDocument/2006/relationships/image" Target="../media/image-2-72.png"/><Relationship Id="rId73" Type="http://schemas.openxmlformats.org/officeDocument/2006/relationships/image" Target="../media/image-2-73.png"/><Relationship Id="rId74" Type="http://schemas.openxmlformats.org/officeDocument/2006/relationships/image" Target="../media/image-2-74.png"/><Relationship Id="rId75" Type="http://schemas.openxmlformats.org/officeDocument/2006/relationships/image" Target="../media/image-2-75.png"/><Relationship Id="rId76" Type="http://schemas.openxmlformats.org/officeDocument/2006/relationships/image" Target="../media/image-2-76.png"/><Relationship Id="rId77" Type="http://schemas.openxmlformats.org/officeDocument/2006/relationships/image" Target="../media/image-2-77.png"/><Relationship Id="rId78" Type="http://schemas.openxmlformats.org/officeDocument/2006/relationships/image" Target="../media/image-2-78.png"/><Relationship Id="rId79" Type="http://schemas.openxmlformats.org/officeDocument/2006/relationships/image" Target="../media/image-2-79.png"/><Relationship Id="rId80" Type="http://schemas.openxmlformats.org/officeDocument/2006/relationships/image" Target="../media/image-2-80.png"/><Relationship Id="rId81" Type="http://schemas.openxmlformats.org/officeDocument/2006/relationships/image" Target="../media/image-2-81.png"/><Relationship Id="rId82" Type="http://schemas.openxmlformats.org/officeDocument/2006/relationships/image" Target="../media/image-2-82.png"/><Relationship Id="rId83" Type="http://schemas.openxmlformats.org/officeDocument/2006/relationships/image" Target="../media/image-2-83.png"/><Relationship Id="rId84" Type="http://schemas.openxmlformats.org/officeDocument/2006/relationships/image" Target="../media/image-2-84.png"/><Relationship Id="rId85" Type="http://schemas.openxmlformats.org/officeDocument/2006/relationships/image" Target="../media/image-2-85.png"/><Relationship Id="rId86" Type="http://schemas.openxmlformats.org/officeDocument/2006/relationships/image" Target="../media/image-2-86.png"/><Relationship Id="rId87" Type="http://schemas.openxmlformats.org/officeDocument/2006/relationships/image" Target="../media/image-2-87.png"/><Relationship Id="rId88" Type="http://schemas.openxmlformats.org/officeDocument/2006/relationships/image" Target="../media/image-2-88.png"/><Relationship Id="rId89" Type="http://schemas.openxmlformats.org/officeDocument/2006/relationships/image" Target="../media/image-2-89.png"/><Relationship Id="rId90" Type="http://schemas.openxmlformats.org/officeDocument/2006/relationships/slideLayout" Target="../slideLayouts/slideLayout1.xml"/><Relationship Id="rId9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image" Target="../media/image-3-50.png"/><Relationship Id="rId51" Type="http://schemas.openxmlformats.org/officeDocument/2006/relationships/image" Target="../media/image-3-51.png"/><Relationship Id="rId52" Type="http://schemas.openxmlformats.org/officeDocument/2006/relationships/image" Target="../media/image-3-52.png"/><Relationship Id="rId53" Type="http://schemas.openxmlformats.org/officeDocument/2006/relationships/image" Target="../media/image-3-53.png"/><Relationship Id="rId54" Type="http://schemas.openxmlformats.org/officeDocument/2006/relationships/image" Target="../media/image-3-54.png"/><Relationship Id="rId55" Type="http://schemas.openxmlformats.org/officeDocument/2006/relationships/image" Target="../media/image-3-55.png"/><Relationship Id="rId56" Type="http://schemas.openxmlformats.org/officeDocument/2006/relationships/image" Target="../media/image-3-56.png"/><Relationship Id="rId57" Type="http://schemas.openxmlformats.org/officeDocument/2006/relationships/image" Target="../media/image-3-57.png"/><Relationship Id="rId58" Type="http://schemas.openxmlformats.org/officeDocument/2006/relationships/image" Target="../media/image-3-58.png"/><Relationship Id="rId59" Type="http://schemas.openxmlformats.org/officeDocument/2006/relationships/image" Target="../media/image-3-59.png"/><Relationship Id="rId60" Type="http://schemas.openxmlformats.org/officeDocument/2006/relationships/image" Target="../media/image-3-60.png"/><Relationship Id="rId61" Type="http://schemas.openxmlformats.org/officeDocument/2006/relationships/image" Target="../media/image-3-61.png"/><Relationship Id="rId62" Type="http://schemas.openxmlformats.org/officeDocument/2006/relationships/image" Target="../media/image-3-62.png"/><Relationship Id="rId63" Type="http://schemas.openxmlformats.org/officeDocument/2006/relationships/image" Target="../media/image-3-63.png"/><Relationship Id="rId64" Type="http://schemas.openxmlformats.org/officeDocument/2006/relationships/image" Target="../media/image-3-64.png"/><Relationship Id="rId65" Type="http://schemas.openxmlformats.org/officeDocument/2006/relationships/image" Target="../media/image-3-65.png"/><Relationship Id="rId66" Type="http://schemas.openxmlformats.org/officeDocument/2006/relationships/image" Target="../media/image-3-66.png"/><Relationship Id="rId67" Type="http://schemas.openxmlformats.org/officeDocument/2006/relationships/image" Target="../media/image-3-67.png"/><Relationship Id="rId68" Type="http://schemas.openxmlformats.org/officeDocument/2006/relationships/image" Target="../media/image-3-68.png"/><Relationship Id="rId69" Type="http://schemas.openxmlformats.org/officeDocument/2006/relationships/image" Target="../media/image-3-69.png"/><Relationship Id="rId70" Type="http://schemas.openxmlformats.org/officeDocument/2006/relationships/image" Target="../media/image-3-70.png"/><Relationship Id="rId71" Type="http://schemas.openxmlformats.org/officeDocument/2006/relationships/image" Target="../media/image-3-71.png"/><Relationship Id="rId72" Type="http://schemas.openxmlformats.org/officeDocument/2006/relationships/image" Target="../media/image-3-72.png"/><Relationship Id="rId73" Type="http://schemas.openxmlformats.org/officeDocument/2006/relationships/image" Target="../media/image-3-73.png"/><Relationship Id="rId74" Type="http://schemas.openxmlformats.org/officeDocument/2006/relationships/image" Target="../media/image-3-74.png"/><Relationship Id="rId75" Type="http://schemas.openxmlformats.org/officeDocument/2006/relationships/image" Target="../media/image-3-75.png"/><Relationship Id="rId76" Type="http://schemas.openxmlformats.org/officeDocument/2006/relationships/image" Target="../media/image-3-76.png"/><Relationship Id="rId77" Type="http://schemas.openxmlformats.org/officeDocument/2006/relationships/image" Target="../media/image-3-77.png"/><Relationship Id="rId78" Type="http://schemas.openxmlformats.org/officeDocument/2006/relationships/image" Target="../media/image-3-78.png"/><Relationship Id="rId79" Type="http://schemas.openxmlformats.org/officeDocument/2006/relationships/image" Target="../media/image-3-79.png"/><Relationship Id="rId80" Type="http://schemas.openxmlformats.org/officeDocument/2006/relationships/image" Target="../media/image-3-80.png"/><Relationship Id="rId81" Type="http://schemas.openxmlformats.org/officeDocument/2006/relationships/image" Target="../media/image-3-81.png"/><Relationship Id="rId82" Type="http://schemas.openxmlformats.org/officeDocument/2006/relationships/image" Target="../media/image-3-82.png"/><Relationship Id="rId83" Type="http://schemas.openxmlformats.org/officeDocument/2006/relationships/image" Target="../media/image-3-83.png"/><Relationship Id="rId84" Type="http://schemas.openxmlformats.org/officeDocument/2006/relationships/image" Target="../media/image-3-84.png"/><Relationship Id="rId85" Type="http://schemas.openxmlformats.org/officeDocument/2006/relationships/image" Target="../media/image-3-85.png"/><Relationship Id="rId86" Type="http://schemas.openxmlformats.org/officeDocument/2006/relationships/image" Target="../media/image-3-86.png"/><Relationship Id="rId87" Type="http://schemas.openxmlformats.org/officeDocument/2006/relationships/image" Target="../media/image-3-87.png"/><Relationship Id="rId88" Type="http://schemas.openxmlformats.org/officeDocument/2006/relationships/image" Target="../media/image-3-88.png"/><Relationship Id="rId89" Type="http://schemas.openxmlformats.org/officeDocument/2006/relationships/image" Target="../media/image-3-89.png"/><Relationship Id="rId90" Type="http://schemas.openxmlformats.org/officeDocument/2006/relationships/slideLayout" Target="../slideLayouts/slideLayout1.xml"/><Relationship Id="rId9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image" Target="../media/image-4-47.png"/><Relationship Id="rId48" Type="http://schemas.openxmlformats.org/officeDocument/2006/relationships/image" Target="../media/image-4-48.png"/><Relationship Id="rId49" Type="http://schemas.openxmlformats.org/officeDocument/2006/relationships/image" Target="../media/image-4-49.png"/><Relationship Id="rId50" Type="http://schemas.openxmlformats.org/officeDocument/2006/relationships/image" Target="../media/image-4-50.png"/><Relationship Id="rId51" Type="http://schemas.openxmlformats.org/officeDocument/2006/relationships/image" Target="../media/image-4-51.png"/><Relationship Id="rId52" Type="http://schemas.openxmlformats.org/officeDocument/2006/relationships/image" Target="../media/image-4-52.png"/><Relationship Id="rId53" Type="http://schemas.openxmlformats.org/officeDocument/2006/relationships/image" Target="../media/image-4-53.png"/><Relationship Id="rId54" Type="http://schemas.openxmlformats.org/officeDocument/2006/relationships/image" Target="../media/image-4-54.png"/><Relationship Id="rId55" Type="http://schemas.openxmlformats.org/officeDocument/2006/relationships/image" Target="../media/image-4-55.png"/><Relationship Id="rId56" Type="http://schemas.openxmlformats.org/officeDocument/2006/relationships/image" Target="../media/image-4-56.png"/><Relationship Id="rId57" Type="http://schemas.openxmlformats.org/officeDocument/2006/relationships/image" Target="../media/image-4-57.png"/><Relationship Id="rId58" Type="http://schemas.openxmlformats.org/officeDocument/2006/relationships/image" Target="../media/image-4-58.png"/><Relationship Id="rId59" Type="http://schemas.openxmlformats.org/officeDocument/2006/relationships/image" Target="../media/image-4-59.png"/><Relationship Id="rId60" Type="http://schemas.openxmlformats.org/officeDocument/2006/relationships/image" Target="../media/image-4-60.png"/><Relationship Id="rId61" Type="http://schemas.openxmlformats.org/officeDocument/2006/relationships/image" Target="../media/image-4-61.png"/><Relationship Id="rId62" Type="http://schemas.openxmlformats.org/officeDocument/2006/relationships/image" Target="../media/image-4-62.png"/><Relationship Id="rId63" Type="http://schemas.openxmlformats.org/officeDocument/2006/relationships/image" Target="../media/image-4-63.png"/><Relationship Id="rId64" Type="http://schemas.openxmlformats.org/officeDocument/2006/relationships/image" Target="../media/image-4-64.png"/><Relationship Id="rId65" Type="http://schemas.openxmlformats.org/officeDocument/2006/relationships/image" Target="../media/image-4-65.png"/><Relationship Id="rId66" Type="http://schemas.openxmlformats.org/officeDocument/2006/relationships/image" Target="../media/image-4-66.png"/><Relationship Id="rId67" Type="http://schemas.openxmlformats.org/officeDocument/2006/relationships/image" Target="../media/image-4-67.png"/><Relationship Id="rId68" Type="http://schemas.openxmlformats.org/officeDocument/2006/relationships/image" Target="../media/image-4-68.png"/><Relationship Id="rId69" Type="http://schemas.openxmlformats.org/officeDocument/2006/relationships/image" Target="../media/image-4-69.png"/><Relationship Id="rId70" Type="http://schemas.openxmlformats.org/officeDocument/2006/relationships/image" Target="../media/image-4-70.png"/><Relationship Id="rId71" Type="http://schemas.openxmlformats.org/officeDocument/2006/relationships/image" Target="../media/image-4-71.png"/><Relationship Id="rId72" Type="http://schemas.openxmlformats.org/officeDocument/2006/relationships/image" Target="../media/image-4-72.png"/><Relationship Id="rId73" Type="http://schemas.openxmlformats.org/officeDocument/2006/relationships/image" Target="../media/image-4-73.png"/><Relationship Id="rId74" Type="http://schemas.openxmlformats.org/officeDocument/2006/relationships/image" Target="../media/image-4-74.png"/><Relationship Id="rId75" Type="http://schemas.openxmlformats.org/officeDocument/2006/relationships/image" Target="../media/image-4-75.png"/><Relationship Id="rId76" Type="http://schemas.openxmlformats.org/officeDocument/2006/relationships/image" Target="../media/image-4-76.png"/><Relationship Id="rId77" Type="http://schemas.openxmlformats.org/officeDocument/2006/relationships/image" Target="../media/image-4-77.png"/><Relationship Id="rId78" Type="http://schemas.openxmlformats.org/officeDocument/2006/relationships/image" Target="../media/image-4-78.png"/><Relationship Id="rId79" Type="http://schemas.openxmlformats.org/officeDocument/2006/relationships/image" Target="../media/image-4-79.png"/><Relationship Id="rId80" Type="http://schemas.openxmlformats.org/officeDocument/2006/relationships/image" Target="../media/image-4-80.png"/><Relationship Id="rId81" Type="http://schemas.openxmlformats.org/officeDocument/2006/relationships/image" Target="../media/image-4-81.png"/><Relationship Id="rId82" Type="http://schemas.openxmlformats.org/officeDocument/2006/relationships/image" Target="../media/image-4-82.png"/><Relationship Id="rId83" Type="http://schemas.openxmlformats.org/officeDocument/2006/relationships/image" Target="../media/image-4-83.png"/><Relationship Id="rId84" Type="http://schemas.openxmlformats.org/officeDocument/2006/relationships/image" Target="../media/image-4-84.png"/><Relationship Id="rId85" Type="http://schemas.openxmlformats.org/officeDocument/2006/relationships/image" Target="../media/image-4-85.png"/><Relationship Id="rId86" Type="http://schemas.openxmlformats.org/officeDocument/2006/relationships/image" Target="../media/image-4-86.png"/><Relationship Id="rId87" Type="http://schemas.openxmlformats.org/officeDocument/2006/relationships/image" Target="../media/image-4-87.png"/><Relationship Id="rId88" Type="http://schemas.openxmlformats.org/officeDocument/2006/relationships/image" Target="../media/image-4-88.png"/><Relationship Id="rId89" Type="http://schemas.openxmlformats.org/officeDocument/2006/relationships/image" Target="../media/image-4-89.png"/><Relationship Id="rId90" Type="http://schemas.openxmlformats.org/officeDocument/2006/relationships/slideLayout" Target="../slideLayouts/slideLayout1.xml"/><Relationship Id="rId9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image" Target="../media/image-5-50.png"/><Relationship Id="rId51" Type="http://schemas.openxmlformats.org/officeDocument/2006/relationships/image" Target="../media/image-5-51.png"/><Relationship Id="rId52" Type="http://schemas.openxmlformats.org/officeDocument/2006/relationships/image" Target="../media/image-5-52.png"/><Relationship Id="rId53" Type="http://schemas.openxmlformats.org/officeDocument/2006/relationships/image" Target="../media/image-5-53.png"/><Relationship Id="rId54" Type="http://schemas.openxmlformats.org/officeDocument/2006/relationships/image" Target="../media/image-5-54.png"/><Relationship Id="rId55" Type="http://schemas.openxmlformats.org/officeDocument/2006/relationships/image" Target="../media/image-5-55.png"/><Relationship Id="rId56" Type="http://schemas.openxmlformats.org/officeDocument/2006/relationships/image" Target="../media/image-5-56.png"/><Relationship Id="rId57" Type="http://schemas.openxmlformats.org/officeDocument/2006/relationships/image" Target="../media/image-5-57.png"/><Relationship Id="rId58" Type="http://schemas.openxmlformats.org/officeDocument/2006/relationships/image" Target="../media/image-5-58.png"/><Relationship Id="rId59" Type="http://schemas.openxmlformats.org/officeDocument/2006/relationships/image" Target="../media/image-5-59.png"/><Relationship Id="rId60" Type="http://schemas.openxmlformats.org/officeDocument/2006/relationships/image" Target="../media/image-5-60.png"/><Relationship Id="rId61" Type="http://schemas.openxmlformats.org/officeDocument/2006/relationships/image" Target="../media/image-5-61.png"/><Relationship Id="rId62" Type="http://schemas.openxmlformats.org/officeDocument/2006/relationships/image" Target="../media/image-5-62.png"/><Relationship Id="rId63" Type="http://schemas.openxmlformats.org/officeDocument/2006/relationships/image" Target="../media/image-5-63.png"/><Relationship Id="rId64" Type="http://schemas.openxmlformats.org/officeDocument/2006/relationships/image" Target="../media/image-5-64.png"/><Relationship Id="rId65" Type="http://schemas.openxmlformats.org/officeDocument/2006/relationships/image" Target="../media/image-5-65.png"/><Relationship Id="rId66" Type="http://schemas.openxmlformats.org/officeDocument/2006/relationships/image" Target="../media/image-5-66.png"/><Relationship Id="rId67" Type="http://schemas.openxmlformats.org/officeDocument/2006/relationships/image" Target="../media/image-5-67.png"/><Relationship Id="rId68" Type="http://schemas.openxmlformats.org/officeDocument/2006/relationships/image" Target="../media/image-5-68.png"/><Relationship Id="rId69" Type="http://schemas.openxmlformats.org/officeDocument/2006/relationships/image" Target="../media/image-5-69.png"/><Relationship Id="rId70" Type="http://schemas.openxmlformats.org/officeDocument/2006/relationships/image" Target="../media/image-5-70.png"/><Relationship Id="rId71" Type="http://schemas.openxmlformats.org/officeDocument/2006/relationships/image" Target="../media/image-5-71.png"/><Relationship Id="rId72" Type="http://schemas.openxmlformats.org/officeDocument/2006/relationships/image" Target="../media/image-5-72.png"/><Relationship Id="rId73" Type="http://schemas.openxmlformats.org/officeDocument/2006/relationships/image" Target="../media/image-5-73.png"/><Relationship Id="rId74" Type="http://schemas.openxmlformats.org/officeDocument/2006/relationships/image" Target="../media/image-5-74.png"/><Relationship Id="rId75" Type="http://schemas.openxmlformats.org/officeDocument/2006/relationships/image" Target="../media/image-5-75.png"/><Relationship Id="rId76" Type="http://schemas.openxmlformats.org/officeDocument/2006/relationships/image" Target="../media/image-5-76.png"/><Relationship Id="rId77" Type="http://schemas.openxmlformats.org/officeDocument/2006/relationships/image" Target="../media/image-5-77.png"/><Relationship Id="rId78" Type="http://schemas.openxmlformats.org/officeDocument/2006/relationships/image" Target="../media/image-5-78.png"/><Relationship Id="rId79" Type="http://schemas.openxmlformats.org/officeDocument/2006/relationships/image" Target="../media/image-5-79.png"/><Relationship Id="rId80" Type="http://schemas.openxmlformats.org/officeDocument/2006/relationships/image" Target="../media/image-5-80.png"/><Relationship Id="rId81" Type="http://schemas.openxmlformats.org/officeDocument/2006/relationships/image" Target="../media/image-5-81.png"/><Relationship Id="rId82" Type="http://schemas.openxmlformats.org/officeDocument/2006/relationships/image" Target="../media/image-5-82.png"/><Relationship Id="rId83" Type="http://schemas.openxmlformats.org/officeDocument/2006/relationships/image" Target="../media/image-5-83.png"/><Relationship Id="rId84" Type="http://schemas.openxmlformats.org/officeDocument/2006/relationships/image" Target="../media/image-5-84.png"/><Relationship Id="rId85" Type="http://schemas.openxmlformats.org/officeDocument/2006/relationships/image" Target="../media/image-5-85.png"/><Relationship Id="rId86" Type="http://schemas.openxmlformats.org/officeDocument/2006/relationships/image" Target="../media/image-5-86.png"/><Relationship Id="rId87" Type="http://schemas.openxmlformats.org/officeDocument/2006/relationships/image" Target="../media/image-5-87.png"/><Relationship Id="rId88" Type="http://schemas.openxmlformats.org/officeDocument/2006/relationships/image" Target="../media/image-5-88.png"/><Relationship Id="rId89" Type="http://schemas.openxmlformats.org/officeDocument/2006/relationships/image" Target="../media/image-5-89.png"/><Relationship Id="rId90" Type="http://schemas.openxmlformats.org/officeDocument/2006/relationships/image" Target="../media/image-5-90.png"/><Relationship Id="rId91" Type="http://schemas.openxmlformats.org/officeDocument/2006/relationships/image" Target="../media/image-5-91.png"/><Relationship Id="rId92" Type="http://schemas.openxmlformats.org/officeDocument/2006/relationships/image" Target="../media/image-5-92.png"/><Relationship Id="rId93" Type="http://schemas.openxmlformats.org/officeDocument/2006/relationships/image" Target="../media/image-5-93.png"/><Relationship Id="rId94" Type="http://schemas.openxmlformats.org/officeDocument/2006/relationships/image" Target="../media/image-5-94.png"/><Relationship Id="rId95" Type="http://schemas.openxmlformats.org/officeDocument/2006/relationships/image" Target="../media/image-5-95.png"/><Relationship Id="rId96" Type="http://schemas.openxmlformats.org/officeDocument/2006/relationships/image" Target="../media/image-5-96.png"/><Relationship Id="rId97" Type="http://schemas.openxmlformats.org/officeDocument/2006/relationships/slideLayout" Target="../slideLayouts/slideLayout1.xml"/><Relationship Id="rId9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png"/><Relationship Id="rId42" Type="http://schemas.openxmlformats.org/officeDocument/2006/relationships/image" Target="../media/image-6-42.png"/><Relationship Id="rId43" Type="http://schemas.openxmlformats.org/officeDocument/2006/relationships/image" Target="../media/image-6-43.png"/><Relationship Id="rId44" Type="http://schemas.openxmlformats.org/officeDocument/2006/relationships/image" Target="../media/image-6-44.png"/><Relationship Id="rId45" Type="http://schemas.openxmlformats.org/officeDocument/2006/relationships/image" Target="../media/image-6-45.png"/><Relationship Id="rId46" Type="http://schemas.openxmlformats.org/officeDocument/2006/relationships/image" Target="../media/image-6-46.png"/><Relationship Id="rId47" Type="http://schemas.openxmlformats.org/officeDocument/2006/relationships/image" Target="../media/image-6-47.png"/><Relationship Id="rId48" Type="http://schemas.openxmlformats.org/officeDocument/2006/relationships/image" Target="../media/image-6-48.png"/><Relationship Id="rId49" Type="http://schemas.openxmlformats.org/officeDocument/2006/relationships/image" Target="../media/image-6-49.png"/><Relationship Id="rId50" Type="http://schemas.openxmlformats.org/officeDocument/2006/relationships/image" Target="../media/image-6-50.png"/><Relationship Id="rId51" Type="http://schemas.openxmlformats.org/officeDocument/2006/relationships/image" Target="../media/image-6-51.png"/><Relationship Id="rId52" Type="http://schemas.openxmlformats.org/officeDocument/2006/relationships/image" Target="../media/image-6-52.png"/><Relationship Id="rId53" Type="http://schemas.openxmlformats.org/officeDocument/2006/relationships/image" Target="../media/image-6-53.png"/><Relationship Id="rId54" Type="http://schemas.openxmlformats.org/officeDocument/2006/relationships/image" Target="../media/image-6-54.png"/><Relationship Id="rId55" Type="http://schemas.openxmlformats.org/officeDocument/2006/relationships/image" Target="../media/image-6-55.png"/><Relationship Id="rId56" Type="http://schemas.openxmlformats.org/officeDocument/2006/relationships/image" Target="../media/image-6-56.png"/><Relationship Id="rId57" Type="http://schemas.openxmlformats.org/officeDocument/2006/relationships/image" Target="../media/image-6-57.png"/><Relationship Id="rId58" Type="http://schemas.openxmlformats.org/officeDocument/2006/relationships/image" Target="../media/image-6-58.png"/><Relationship Id="rId59" Type="http://schemas.openxmlformats.org/officeDocument/2006/relationships/image" Target="../media/image-6-59.png"/><Relationship Id="rId60" Type="http://schemas.openxmlformats.org/officeDocument/2006/relationships/image" Target="../media/image-6-60.png"/><Relationship Id="rId61" Type="http://schemas.openxmlformats.org/officeDocument/2006/relationships/image" Target="../media/image-6-61.png"/><Relationship Id="rId62" Type="http://schemas.openxmlformats.org/officeDocument/2006/relationships/image" Target="../media/image-6-62.png"/><Relationship Id="rId63" Type="http://schemas.openxmlformats.org/officeDocument/2006/relationships/image" Target="../media/image-6-63.png"/><Relationship Id="rId64" Type="http://schemas.openxmlformats.org/officeDocument/2006/relationships/image" Target="../media/image-6-64.png"/><Relationship Id="rId65" Type="http://schemas.openxmlformats.org/officeDocument/2006/relationships/image" Target="../media/image-6-65.png"/><Relationship Id="rId66" Type="http://schemas.openxmlformats.org/officeDocument/2006/relationships/image" Target="../media/image-6-66.png"/><Relationship Id="rId67" Type="http://schemas.openxmlformats.org/officeDocument/2006/relationships/image" Target="../media/image-6-67.png"/><Relationship Id="rId68" Type="http://schemas.openxmlformats.org/officeDocument/2006/relationships/image" Target="../media/image-6-68.png"/><Relationship Id="rId69" Type="http://schemas.openxmlformats.org/officeDocument/2006/relationships/image" Target="../media/image-6-69.png"/><Relationship Id="rId70" Type="http://schemas.openxmlformats.org/officeDocument/2006/relationships/image" Target="../media/image-6-70.png"/><Relationship Id="rId71" Type="http://schemas.openxmlformats.org/officeDocument/2006/relationships/image" Target="../media/image-6-71.png"/><Relationship Id="rId72" Type="http://schemas.openxmlformats.org/officeDocument/2006/relationships/image" Target="../media/image-6-72.png"/><Relationship Id="rId73" Type="http://schemas.openxmlformats.org/officeDocument/2006/relationships/image" Target="../media/image-6-73.png"/><Relationship Id="rId74" Type="http://schemas.openxmlformats.org/officeDocument/2006/relationships/image" Target="../media/image-6-74.png"/><Relationship Id="rId75" Type="http://schemas.openxmlformats.org/officeDocument/2006/relationships/image" Target="../media/image-6-75.png"/><Relationship Id="rId76" Type="http://schemas.openxmlformats.org/officeDocument/2006/relationships/image" Target="../media/image-6-76.png"/><Relationship Id="rId77" Type="http://schemas.openxmlformats.org/officeDocument/2006/relationships/image" Target="../media/image-6-77.png"/><Relationship Id="rId78" Type="http://schemas.openxmlformats.org/officeDocument/2006/relationships/image" Target="../media/image-6-78.png"/><Relationship Id="rId79" Type="http://schemas.openxmlformats.org/officeDocument/2006/relationships/image" Target="../media/image-6-79.png"/><Relationship Id="rId80" Type="http://schemas.openxmlformats.org/officeDocument/2006/relationships/image" Target="../media/image-6-80.png"/><Relationship Id="rId81" Type="http://schemas.openxmlformats.org/officeDocument/2006/relationships/image" Target="../media/image-6-81.png"/><Relationship Id="rId82" Type="http://schemas.openxmlformats.org/officeDocument/2006/relationships/image" Target="../media/image-6-82.png"/><Relationship Id="rId83" Type="http://schemas.openxmlformats.org/officeDocument/2006/relationships/image" Target="../media/image-6-83.png"/><Relationship Id="rId84" Type="http://schemas.openxmlformats.org/officeDocument/2006/relationships/image" Target="../media/image-6-84.png"/><Relationship Id="rId85" Type="http://schemas.openxmlformats.org/officeDocument/2006/relationships/image" Target="../media/image-6-85.png"/><Relationship Id="rId86" Type="http://schemas.openxmlformats.org/officeDocument/2006/relationships/image" Target="../media/image-6-86.png"/><Relationship Id="rId87" Type="http://schemas.openxmlformats.org/officeDocument/2006/relationships/image" Target="../media/image-6-87.png"/><Relationship Id="rId88" Type="http://schemas.openxmlformats.org/officeDocument/2006/relationships/image" Target="../media/image-6-88.png"/><Relationship Id="rId89" Type="http://schemas.openxmlformats.org/officeDocument/2006/relationships/image" Target="../media/image-6-89.png"/><Relationship Id="rId90" Type="http://schemas.openxmlformats.org/officeDocument/2006/relationships/image" Target="../media/image-6-90.png"/><Relationship Id="rId91" Type="http://schemas.openxmlformats.org/officeDocument/2006/relationships/image" Target="../media/image-6-91.png"/><Relationship Id="rId92" Type="http://schemas.openxmlformats.org/officeDocument/2006/relationships/image" Target="../media/image-6-92.png"/><Relationship Id="rId93" Type="http://schemas.openxmlformats.org/officeDocument/2006/relationships/image" Target="../media/image-6-93.png"/><Relationship Id="rId94" Type="http://schemas.openxmlformats.org/officeDocument/2006/relationships/slideLayout" Target="../slideLayouts/slideLayout1.xml"/><Relationship Id="rId9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image" Target="../media/image-7-40.png"/><Relationship Id="rId41" Type="http://schemas.openxmlformats.org/officeDocument/2006/relationships/image" Target="../media/image-7-41.png"/><Relationship Id="rId42" Type="http://schemas.openxmlformats.org/officeDocument/2006/relationships/image" Target="../media/image-7-42.png"/><Relationship Id="rId43" Type="http://schemas.openxmlformats.org/officeDocument/2006/relationships/image" Target="../media/image-7-43.png"/><Relationship Id="rId44" Type="http://schemas.openxmlformats.org/officeDocument/2006/relationships/image" Target="../media/image-7-44.png"/><Relationship Id="rId45" Type="http://schemas.openxmlformats.org/officeDocument/2006/relationships/image" Target="../media/image-7-45.png"/><Relationship Id="rId46" Type="http://schemas.openxmlformats.org/officeDocument/2006/relationships/image" Target="../media/image-7-46.png"/><Relationship Id="rId47" Type="http://schemas.openxmlformats.org/officeDocument/2006/relationships/image" Target="../media/image-7-47.png"/><Relationship Id="rId48" Type="http://schemas.openxmlformats.org/officeDocument/2006/relationships/image" Target="../media/image-7-48.png"/><Relationship Id="rId49" Type="http://schemas.openxmlformats.org/officeDocument/2006/relationships/image" Target="../media/image-7-49.png"/><Relationship Id="rId50" Type="http://schemas.openxmlformats.org/officeDocument/2006/relationships/image" Target="../media/image-7-50.png"/><Relationship Id="rId51" Type="http://schemas.openxmlformats.org/officeDocument/2006/relationships/image" Target="../media/image-7-51.png"/><Relationship Id="rId52" Type="http://schemas.openxmlformats.org/officeDocument/2006/relationships/image" Target="../media/image-7-52.png"/><Relationship Id="rId53" Type="http://schemas.openxmlformats.org/officeDocument/2006/relationships/image" Target="../media/image-7-53.png"/><Relationship Id="rId54" Type="http://schemas.openxmlformats.org/officeDocument/2006/relationships/image" Target="../media/image-7-54.png"/><Relationship Id="rId55" Type="http://schemas.openxmlformats.org/officeDocument/2006/relationships/image" Target="../media/image-7-55.png"/><Relationship Id="rId56" Type="http://schemas.openxmlformats.org/officeDocument/2006/relationships/image" Target="../media/image-7-56.png"/><Relationship Id="rId57" Type="http://schemas.openxmlformats.org/officeDocument/2006/relationships/image" Target="../media/image-7-57.png"/><Relationship Id="rId58" Type="http://schemas.openxmlformats.org/officeDocument/2006/relationships/image" Target="../media/image-7-58.png"/><Relationship Id="rId59" Type="http://schemas.openxmlformats.org/officeDocument/2006/relationships/image" Target="../media/image-7-59.png"/><Relationship Id="rId60" Type="http://schemas.openxmlformats.org/officeDocument/2006/relationships/image" Target="../media/image-7-60.png"/><Relationship Id="rId61" Type="http://schemas.openxmlformats.org/officeDocument/2006/relationships/image" Target="../media/image-7-61.png"/><Relationship Id="rId62" Type="http://schemas.openxmlformats.org/officeDocument/2006/relationships/image" Target="../media/image-7-62.png"/><Relationship Id="rId63" Type="http://schemas.openxmlformats.org/officeDocument/2006/relationships/image" Target="../media/image-7-63.png"/><Relationship Id="rId64" Type="http://schemas.openxmlformats.org/officeDocument/2006/relationships/image" Target="../media/image-7-64.png"/><Relationship Id="rId65" Type="http://schemas.openxmlformats.org/officeDocument/2006/relationships/image" Target="../media/image-7-65.png"/><Relationship Id="rId66" Type="http://schemas.openxmlformats.org/officeDocument/2006/relationships/image" Target="../media/image-7-66.png"/><Relationship Id="rId67" Type="http://schemas.openxmlformats.org/officeDocument/2006/relationships/image" Target="../media/image-7-67.png"/><Relationship Id="rId68" Type="http://schemas.openxmlformats.org/officeDocument/2006/relationships/image" Target="../media/image-7-68.png"/><Relationship Id="rId69" Type="http://schemas.openxmlformats.org/officeDocument/2006/relationships/image" Target="../media/image-7-69.png"/><Relationship Id="rId70" Type="http://schemas.openxmlformats.org/officeDocument/2006/relationships/image" Target="../media/image-7-70.png"/><Relationship Id="rId71" Type="http://schemas.openxmlformats.org/officeDocument/2006/relationships/image" Target="../media/image-7-71.png"/><Relationship Id="rId72" Type="http://schemas.openxmlformats.org/officeDocument/2006/relationships/image" Target="../media/image-7-72.png"/><Relationship Id="rId73" Type="http://schemas.openxmlformats.org/officeDocument/2006/relationships/image" Target="../media/image-7-73.png"/><Relationship Id="rId74" Type="http://schemas.openxmlformats.org/officeDocument/2006/relationships/image" Target="../media/image-7-74.png"/><Relationship Id="rId75" Type="http://schemas.openxmlformats.org/officeDocument/2006/relationships/image" Target="../media/image-7-75.png"/><Relationship Id="rId76" Type="http://schemas.openxmlformats.org/officeDocument/2006/relationships/image" Target="../media/image-7-76.png"/><Relationship Id="rId77" Type="http://schemas.openxmlformats.org/officeDocument/2006/relationships/image" Target="../media/image-7-77.png"/><Relationship Id="rId78" Type="http://schemas.openxmlformats.org/officeDocument/2006/relationships/image" Target="../media/image-7-78.png"/><Relationship Id="rId79" Type="http://schemas.openxmlformats.org/officeDocument/2006/relationships/image" Target="../media/image-7-79.png"/><Relationship Id="rId80" Type="http://schemas.openxmlformats.org/officeDocument/2006/relationships/image" Target="../media/image-7-80.png"/><Relationship Id="rId81" Type="http://schemas.openxmlformats.org/officeDocument/2006/relationships/image" Target="../media/image-7-81.png"/><Relationship Id="rId82" Type="http://schemas.openxmlformats.org/officeDocument/2006/relationships/image" Target="../media/image-7-82.png"/><Relationship Id="rId83" Type="http://schemas.openxmlformats.org/officeDocument/2006/relationships/image" Target="../media/image-7-83.png"/><Relationship Id="rId84" Type="http://schemas.openxmlformats.org/officeDocument/2006/relationships/image" Target="../media/image-7-84.png"/><Relationship Id="rId85" Type="http://schemas.openxmlformats.org/officeDocument/2006/relationships/image" Target="../media/image-7-85.png"/><Relationship Id="rId86" Type="http://schemas.openxmlformats.org/officeDocument/2006/relationships/image" Target="../media/image-7-86.png"/><Relationship Id="rId87" Type="http://schemas.openxmlformats.org/officeDocument/2006/relationships/image" Target="../media/image-7-87.png"/><Relationship Id="rId88" Type="http://schemas.openxmlformats.org/officeDocument/2006/relationships/image" Target="../media/image-7-88.png"/><Relationship Id="rId89" Type="http://schemas.openxmlformats.org/officeDocument/2006/relationships/image" Target="../media/image-7-89.png"/><Relationship Id="rId90" Type="http://schemas.openxmlformats.org/officeDocument/2006/relationships/image" Target="../media/image-7-90.png"/><Relationship Id="rId91" Type="http://schemas.openxmlformats.org/officeDocument/2006/relationships/image" Target="../media/image-7-91.png"/><Relationship Id="rId92" Type="http://schemas.openxmlformats.org/officeDocument/2006/relationships/image" Target="../media/image-7-92.png"/><Relationship Id="rId93" Type="http://schemas.openxmlformats.org/officeDocument/2006/relationships/image" Target="../media/image-7-93.png"/><Relationship Id="rId94" Type="http://schemas.openxmlformats.org/officeDocument/2006/relationships/slideLayout" Target="../slideLayouts/slideLayout1.xml"/><Relationship Id="rId9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image" Target="../media/image-8-41.png"/><Relationship Id="rId42" Type="http://schemas.openxmlformats.org/officeDocument/2006/relationships/image" Target="../media/image-8-42.png"/><Relationship Id="rId43" Type="http://schemas.openxmlformats.org/officeDocument/2006/relationships/image" Target="../media/image-8-43.png"/><Relationship Id="rId44" Type="http://schemas.openxmlformats.org/officeDocument/2006/relationships/image" Target="../media/image-8-44.png"/><Relationship Id="rId45" Type="http://schemas.openxmlformats.org/officeDocument/2006/relationships/image" Target="../media/image-8-45.png"/><Relationship Id="rId46" Type="http://schemas.openxmlformats.org/officeDocument/2006/relationships/image" Target="../media/image-8-46.png"/><Relationship Id="rId47" Type="http://schemas.openxmlformats.org/officeDocument/2006/relationships/image" Target="../media/image-8-47.png"/><Relationship Id="rId48" Type="http://schemas.openxmlformats.org/officeDocument/2006/relationships/image" Target="../media/image-8-48.png"/><Relationship Id="rId49" Type="http://schemas.openxmlformats.org/officeDocument/2006/relationships/image" Target="../media/image-8-49.png"/><Relationship Id="rId50" Type="http://schemas.openxmlformats.org/officeDocument/2006/relationships/image" Target="../media/image-8-50.png"/><Relationship Id="rId51" Type="http://schemas.openxmlformats.org/officeDocument/2006/relationships/image" Target="../media/image-8-51.png"/><Relationship Id="rId52" Type="http://schemas.openxmlformats.org/officeDocument/2006/relationships/image" Target="../media/image-8-52.png"/><Relationship Id="rId53" Type="http://schemas.openxmlformats.org/officeDocument/2006/relationships/image" Target="../media/image-8-53.png"/><Relationship Id="rId54" Type="http://schemas.openxmlformats.org/officeDocument/2006/relationships/image" Target="../media/image-8-54.png"/><Relationship Id="rId55" Type="http://schemas.openxmlformats.org/officeDocument/2006/relationships/image" Target="../media/image-8-55.png"/><Relationship Id="rId56" Type="http://schemas.openxmlformats.org/officeDocument/2006/relationships/image" Target="../media/image-8-56.png"/><Relationship Id="rId57" Type="http://schemas.openxmlformats.org/officeDocument/2006/relationships/image" Target="../media/image-8-57.png"/><Relationship Id="rId58" Type="http://schemas.openxmlformats.org/officeDocument/2006/relationships/image" Target="../media/image-8-58.png"/><Relationship Id="rId59" Type="http://schemas.openxmlformats.org/officeDocument/2006/relationships/image" Target="../media/image-8-59.png"/><Relationship Id="rId60" Type="http://schemas.openxmlformats.org/officeDocument/2006/relationships/image" Target="../media/image-8-60.png"/><Relationship Id="rId61" Type="http://schemas.openxmlformats.org/officeDocument/2006/relationships/image" Target="../media/image-8-61.png"/><Relationship Id="rId62" Type="http://schemas.openxmlformats.org/officeDocument/2006/relationships/image" Target="../media/image-8-62.png"/><Relationship Id="rId63" Type="http://schemas.openxmlformats.org/officeDocument/2006/relationships/image" Target="../media/image-8-63.png"/><Relationship Id="rId64" Type="http://schemas.openxmlformats.org/officeDocument/2006/relationships/image" Target="../media/image-8-64.png"/><Relationship Id="rId65" Type="http://schemas.openxmlformats.org/officeDocument/2006/relationships/image" Target="../media/image-8-65.png"/><Relationship Id="rId66" Type="http://schemas.openxmlformats.org/officeDocument/2006/relationships/image" Target="../media/image-8-66.png"/><Relationship Id="rId67" Type="http://schemas.openxmlformats.org/officeDocument/2006/relationships/image" Target="../media/image-8-67.png"/><Relationship Id="rId68" Type="http://schemas.openxmlformats.org/officeDocument/2006/relationships/image" Target="../media/image-8-68.png"/><Relationship Id="rId69" Type="http://schemas.openxmlformats.org/officeDocument/2006/relationships/image" Target="../media/image-8-69.png"/><Relationship Id="rId70" Type="http://schemas.openxmlformats.org/officeDocument/2006/relationships/image" Target="../media/image-8-70.png"/><Relationship Id="rId71" Type="http://schemas.openxmlformats.org/officeDocument/2006/relationships/image" Target="../media/image-8-71.png"/><Relationship Id="rId72" Type="http://schemas.openxmlformats.org/officeDocument/2006/relationships/image" Target="../media/image-8-72.png"/><Relationship Id="rId73" Type="http://schemas.openxmlformats.org/officeDocument/2006/relationships/image" Target="../media/image-8-73.png"/><Relationship Id="rId74" Type="http://schemas.openxmlformats.org/officeDocument/2006/relationships/image" Target="../media/image-8-74.png"/><Relationship Id="rId75" Type="http://schemas.openxmlformats.org/officeDocument/2006/relationships/image" Target="../media/image-8-75.png"/><Relationship Id="rId76" Type="http://schemas.openxmlformats.org/officeDocument/2006/relationships/image" Target="../media/image-8-76.png"/><Relationship Id="rId77" Type="http://schemas.openxmlformats.org/officeDocument/2006/relationships/image" Target="../media/image-8-77.png"/><Relationship Id="rId78" Type="http://schemas.openxmlformats.org/officeDocument/2006/relationships/image" Target="../media/image-8-78.png"/><Relationship Id="rId79" Type="http://schemas.openxmlformats.org/officeDocument/2006/relationships/image" Target="../media/image-8-79.png"/><Relationship Id="rId80" Type="http://schemas.openxmlformats.org/officeDocument/2006/relationships/image" Target="../media/image-8-80.png"/><Relationship Id="rId81" Type="http://schemas.openxmlformats.org/officeDocument/2006/relationships/image" Target="../media/image-8-81.png"/><Relationship Id="rId82" Type="http://schemas.openxmlformats.org/officeDocument/2006/relationships/image" Target="../media/image-8-82.png"/><Relationship Id="rId83" Type="http://schemas.openxmlformats.org/officeDocument/2006/relationships/image" Target="../media/image-8-83.png"/><Relationship Id="rId84" Type="http://schemas.openxmlformats.org/officeDocument/2006/relationships/image" Target="../media/image-8-84.png"/><Relationship Id="rId85" Type="http://schemas.openxmlformats.org/officeDocument/2006/relationships/image" Target="../media/image-8-85.png"/><Relationship Id="rId86" Type="http://schemas.openxmlformats.org/officeDocument/2006/relationships/image" Target="../media/image-8-86.png"/><Relationship Id="rId87" Type="http://schemas.openxmlformats.org/officeDocument/2006/relationships/image" Target="../media/image-8-87.png"/><Relationship Id="rId88" Type="http://schemas.openxmlformats.org/officeDocument/2006/relationships/image" Target="../media/image-8-88.png"/><Relationship Id="rId89" Type="http://schemas.openxmlformats.org/officeDocument/2006/relationships/image" Target="../media/image-8-89.png"/><Relationship Id="rId90" Type="http://schemas.openxmlformats.org/officeDocument/2006/relationships/image" Target="../media/image-8-90.png"/><Relationship Id="rId91" Type="http://schemas.openxmlformats.org/officeDocument/2006/relationships/image" Target="../media/image-8-91.png"/><Relationship Id="rId92" Type="http://schemas.openxmlformats.org/officeDocument/2006/relationships/image" Target="../media/image-8-92.png"/><Relationship Id="rId93" Type="http://schemas.openxmlformats.org/officeDocument/2006/relationships/image" Target="../media/image-8-93.png"/><Relationship Id="rId94" Type="http://schemas.openxmlformats.org/officeDocument/2006/relationships/slideLayout" Target="../slideLayouts/slideLayout1.xml"/><Relationship Id="rId9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image" Target="../media/image-9-36.png"/><Relationship Id="rId37" Type="http://schemas.openxmlformats.org/officeDocument/2006/relationships/image" Target="../media/image-9-37.png"/><Relationship Id="rId38" Type="http://schemas.openxmlformats.org/officeDocument/2006/relationships/image" Target="../media/image-9-38.png"/><Relationship Id="rId39" Type="http://schemas.openxmlformats.org/officeDocument/2006/relationships/image" Target="../media/image-9-39.png"/><Relationship Id="rId40" Type="http://schemas.openxmlformats.org/officeDocument/2006/relationships/image" Target="../media/image-9-40.png"/><Relationship Id="rId41" Type="http://schemas.openxmlformats.org/officeDocument/2006/relationships/image" Target="../media/image-9-41.png"/><Relationship Id="rId42" Type="http://schemas.openxmlformats.org/officeDocument/2006/relationships/image" Target="../media/image-9-42.png"/><Relationship Id="rId43" Type="http://schemas.openxmlformats.org/officeDocument/2006/relationships/image" Target="../media/image-9-43.png"/><Relationship Id="rId44" Type="http://schemas.openxmlformats.org/officeDocument/2006/relationships/image" Target="../media/image-9-44.png"/><Relationship Id="rId45" Type="http://schemas.openxmlformats.org/officeDocument/2006/relationships/image" Target="../media/image-9-45.png"/><Relationship Id="rId46" Type="http://schemas.openxmlformats.org/officeDocument/2006/relationships/image" Target="../media/image-9-46.png"/><Relationship Id="rId47" Type="http://schemas.openxmlformats.org/officeDocument/2006/relationships/image" Target="../media/image-9-47.png"/><Relationship Id="rId48" Type="http://schemas.openxmlformats.org/officeDocument/2006/relationships/image" Target="../media/image-9-48.png"/><Relationship Id="rId49" Type="http://schemas.openxmlformats.org/officeDocument/2006/relationships/image" Target="../media/image-9-49.png"/><Relationship Id="rId50" Type="http://schemas.openxmlformats.org/officeDocument/2006/relationships/image" Target="../media/image-9-50.png"/><Relationship Id="rId51" Type="http://schemas.openxmlformats.org/officeDocument/2006/relationships/image" Target="../media/image-9-51.png"/><Relationship Id="rId52" Type="http://schemas.openxmlformats.org/officeDocument/2006/relationships/image" Target="../media/image-9-52.png"/><Relationship Id="rId53" Type="http://schemas.openxmlformats.org/officeDocument/2006/relationships/image" Target="../media/image-9-53.png"/><Relationship Id="rId54" Type="http://schemas.openxmlformats.org/officeDocument/2006/relationships/image" Target="../media/image-9-54.png"/><Relationship Id="rId55" Type="http://schemas.openxmlformats.org/officeDocument/2006/relationships/image" Target="../media/image-9-55.png"/><Relationship Id="rId56" Type="http://schemas.openxmlformats.org/officeDocument/2006/relationships/image" Target="../media/image-9-56.png"/><Relationship Id="rId57" Type="http://schemas.openxmlformats.org/officeDocument/2006/relationships/image" Target="../media/image-9-57.png"/><Relationship Id="rId58" Type="http://schemas.openxmlformats.org/officeDocument/2006/relationships/image" Target="../media/image-9-58.png"/><Relationship Id="rId59" Type="http://schemas.openxmlformats.org/officeDocument/2006/relationships/image" Target="../media/image-9-59.png"/><Relationship Id="rId60" Type="http://schemas.openxmlformats.org/officeDocument/2006/relationships/image" Target="../media/image-9-60.png"/><Relationship Id="rId61" Type="http://schemas.openxmlformats.org/officeDocument/2006/relationships/image" Target="../media/image-9-61.png"/><Relationship Id="rId62" Type="http://schemas.openxmlformats.org/officeDocument/2006/relationships/image" Target="../media/image-9-62.png"/><Relationship Id="rId63" Type="http://schemas.openxmlformats.org/officeDocument/2006/relationships/image" Target="../media/image-9-63.png"/><Relationship Id="rId64" Type="http://schemas.openxmlformats.org/officeDocument/2006/relationships/image" Target="../media/image-9-64.png"/><Relationship Id="rId65" Type="http://schemas.openxmlformats.org/officeDocument/2006/relationships/image" Target="../media/image-9-65.png"/><Relationship Id="rId66" Type="http://schemas.openxmlformats.org/officeDocument/2006/relationships/image" Target="../media/image-9-66.png"/><Relationship Id="rId67" Type="http://schemas.openxmlformats.org/officeDocument/2006/relationships/image" Target="../media/image-9-67.png"/><Relationship Id="rId68" Type="http://schemas.openxmlformats.org/officeDocument/2006/relationships/image" Target="../media/image-9-68.png"/><Relationship Id="rId69" Type="http://schemas.openxmlformats.org/officeDocument/2006/relationships/image" Target="../media/image-9-69.png"/><Relationship Id="rId70" Type="http://schemas.openxmlformats.org/officeDocument/2006/relationships/image" Target="../media/image-9-70.png"/><Relationship Id="rId71" Type="http://schemas.openxmlformats.org/officeDocument/2006/relationships/image" Target="../media/image-9-71.png"/><Relationship Id="rId72" Type="http://schemas.openxmlformats.org/officeDocument/2006/relationships/image" Target="../media/image-9-72.png"/><Relationship Id="rId73" Type="http://schemas.openxmlformats.org/officeDocument/2006/relationships/image" Target="../media/image-9-73.png"/><Relationship Id="rId74" Type="http://schemas.openxmlformats.org/officeDocument/2006/relationships/image" Target="../media/image-9-74.png"/><Relationship Id="rId75" Type="http://schemas.openxmlformats.org/officeDocument/2006/relationships/image" Target="../media/image-9-75.png"/><Relationship Id="rId76" Type="http://schemas.openxmlformats.org/officeDocument/2006/relationships/image" Target="../media/image-9-76.png"/><Relationship Id="rId77" Type="http://schemas.openxmlformats.org/officeDocument/2006/relationships/image" Target="../media/image-9-77.png"/><Relationship Id="rId78" Type="http://schemas.openxmlformats.org/officeDocument/2006/relationships/image" Target="../media/image-9-78.png"/><Relationship Id="rId79" Type="http://schemas.openxmlformats.org/officeDocument/2006/relationships/image" Target="../media/image-9-79.png"/><Relationship Id="rId80" Type="http://schemas.openxmlformats.org/officeDocument/2006/relationships/image" Target="../media/image-9-80.png"/><Relationship Id="rId81" Type="http://schemas.openxmlformats.org/officeDocument/2006/relationships/image" Target="../media/image-9-81.png"/><Relationship Id="rId82" Type="http://schemas.openxmlformats.org/officeDocument/2006/relationships/image" Target="../media/image-9-82.png"/><Relationship Id="rId83" Type="http://schemas.openxmlformats.org/officeDocument/2006/relationships/image" Target="../media/image-9-83.png"/><Relationship Id="rId84" Type="http://schemas.openxmlformats.org/officeDocument/2006/relationships/image" Target="../media/image-9-84.png"/><Relationship Id="rId85" Type="http://schemas.openxmlformats.org/officeDocument/2006/relationships/image" Target="../media/image-9-85.png"/><Relationship Id="rId86" Type="http://schemas.openxmlformats.org/officeDocument/2006/relationships/image" Target="../media/image-9-86.png"/><Relationship Id="rId87" Type="http://schemas.openxmlformats.org/officeDocument/2006/relationships/image" Target="../media/image-9-87.png"/><Relationship Id="rId88" Type="http://schemas.openxmlformats.org/officeDocument/2006/relationships/image" Target="../media/image-9-88.png"/><Relationship Id="rId89" Type="http://schemas.openxmlformats.org/officeDocument/2006/relationships/image" Target="../media/image-9-89.png"/><Relationship Id="rId90" Type="http://schemas.openxmlformats.org/officeDocument/2006/relationships/image" Target="../media/image-9-90.png"/><Relationship Id="rId91" Type="http://schemas.openxmlformats.org/officeDocument/2006/relationships/image" Target="../media/image-9-91.png"/><Relationship Id="rId92" Type="http://schemas.openxmlformats.org/officeDocument/2006/relationships/image" Target="../media/image-9-92.png"/><Relationship Id="rId93" Type="http://schemas.openxmlformats.org/officeDocument/2006/relationships/image" Target="../media/image-9-93.png"/><Relationship Id="rId94" Type="http://schemas.openxmlformats.org/officeDocument/2006/relationships/slideLayout" Target="../slideLayouts/slideLayout1.xml"/><Relationship Id="rId9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pn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pn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pn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png"/><Relationship Id="rId49" Type="http://schemas.openxmlformats.org/officeDocument/2006/relationships/image" Target="../media/image-10-49.png"/><Relationship Id="rId50" Type="http://schemas.openxmlformats.org/officeDocument/2006/relationships/image" Target="../media/image-10-50.png"/><Relationship Id="rId51" Type="http://schemas.openxmlformats.org/officeDocument/2006/relationships/image" Target="../media/image-10-51.png"/><Relationship Id="rId52" Type="http://schemas.openxmlformats.org/officeDocument/2006/relationships/image" Target="../media/image-10-52.png"/><Relationship Id="rId53" Type="http://schemas.openxmlformats.org/officeDocument/2006/relationships/image" Target="../media/image-10-53.png"/><Relationship Id="rId54" Type="http://schemas.openxmlformats.org/officeDocument/2006/relationships/image" Target="../media/image-10-54.png"/><Relationship Id="rId55" Type="http://schemas.openxmlformats.org/officeDocument/2006/relationships/image" Target="../media/image-10-55.png"/><Relationship Id="rId56" Type="http://schemas.openxmlformats.org/officeDocument/2006/relationships/image" Target="../media/image-10-56.png"/><Relationship Id="rId57" Type="http://schemas.openxmlformats.org/officeDocument/2006/relationships/image" Target="../media/image-10-57.png"/><Relationship Id="rId58" Type="http://schemas.openxmlformats.org/officeDocument/2006/relationships/image" Target="../media/image-10-58.png"/><Relationship Id="rId59" Type="http://schemas.openxmlformats.org/officeDocument/2006/relationships/image" Target="../media/image-10-59.png"/><Relationship Id="rId60" Type="http://schemas.openxmlformats.org/officeDocument/2006/relationships/image" Target="../media/image-10-60.png"/><Relationship Id="rId61" Type="http://schemas.openxmlformats.org/officeDocument/2006/relationships/image" Target="../media/image-10-61.png"/><Relationship Id="rId62" Type="http://schemas.openxmlformats.org/officeDocument/2006/relationships/image" Target="../media/image-10-62.png"/><Relationship Id="rId63" Type="http://schemas.openxmlformats.org/officeDocument/2006/relationships/image" Target="../media/image-10-63.png"/><Relationship Id="rId64" Type="http://schemas.openxmlformats.org/officeDocument/2006/relationships/image" Target="../media/image-10-64.png"/><Relationship Id="rId65" Type="http://schemas.openxmlformats.org/officeDocument/2006/relationships/image" Target="../media/image-10-65.png"/><Relationship Id="rId66" Type="http://schemas.openxmlformats.org/officeDocument/2006/relationships/image" Target="../media/image-10-66.png"/><Relationship Id="rId67" Type="http://schemas.openxmlformats.org/officeDocument/2006/relationships/image" Target="../media/image-10-67.png"/><Relationship Id="rId68" Type="http://schemas.openxmlformats.org/officeDocument/2006/relationships/image" Target="../media/image-10-68.png"/><Relationship Id="rId69" Type="http://schemas.openxmlformats.org/officeDocument/2006/relationships/image" Target="../media/image-10-69.png"/><Relationship Id="rId70" Type="http://schemas.openxmlformats.org/officeDocument/2006/relationships/image" Target="../media/image-10-70.png"/><Relationship Id="rId71" Type="http://schemas.openxmlformats.org/officeDocument/2006/relationships/image" Target="../media/image-10-71.png"/><Relationship Id="rId72" Type="http://schemas.openxmlformats.org/officeDocument/2006/relationships/image" Target="../media/image-10-72.png"/><Relationship Id="rId73" Type="http://schemas.openxmlformats.org/officeDocument/2006/relationships/image" Target="../media/image-10-73.png"/><Relationship Id="rId74" Type="http://schemas.openxmlformats.org/officeDocument/2006/relationships/image" Target="../media/image-10-74.png"/><Relationship Id="rId75" Type="http://schemas.openxmlformats.org/officeDocument/2006/relationships/image" Target="../media/image-10-75.png"/><Relationship Id="rId76" Type="http://schemas.openxmlformats.org/officeDocument/2006/relationships/image" Target="../media/image-10-76.png"/><Relationship Id="rId77" Type="http://schemas.openxmlformats.org/officeDocument/2006/relationships/image" Target="../media/image-10-77.png"/><Relationship Id="rId78" Type="http://schemas.openxmlformats.org/officeDocument/2006/relationships/image" Target="../media/image-10-78.png"/><Relationship Id="rId79" Type="http://schemas.openxmlformats.org/officeDocument/2006/relationships/image" Target="../media/image-10-79.png"/><Relationship Id="rId80" Type="http://schemas.openxmlformats.org/officeDocument/2006/relationships/image" Target="../media/image-10-80.png"/><Relationship Id="rId81" Type="http://schemas.openxmlformats.org/officeDocument/2006/relationships/image" Target="../media/image-10-81.png"/><Relationship Id="rId82" Type="http://schemas.openxmlformats.org/officeDocument/2006/relationships/image" Target="../media/image-10-82.png"/><Relationship Id="rId83" Type="http://schemas.openxmlformats.org/officeDocument/2006/relationships/image" Target="../media/image-10-83.png"/><Relationship Id="rId84" Type="http://schemas.openxmlformats.org/officeDocument/2006/relationships/image" Target="../media/image-10-84.png"/><Relationship Id="rId85" Type="http://schemas.openxmlformats.org/officeDocument/2006/relationships/image" Target="../media/image-10-85.png"/><Relationship Id="rId86" Type="http://schemas.openxmlformats.org/officeDocument/2006/relationships/image" Target="../media/image-10-86.png"/><Relationship Id="rId87" Type="http://schemas.openxmlformats.org/officeDocument/2006/relationships/image" Target="../media/image-10-87.png"/><Relationship Id="rId88" Type="http://schemas.openxmlformats.org/officeDocument/2006/relationships/image" Target="../media/image-10-88.png"/><Relationship Id="rId89" Type="http://schemas.openxmlformats.org/officeDocument/2006/relationships/image" Target="../media/image-10-89.png"/><Relationship Id="rId90" Type="http://schemas.openxmlformats.org/officeDocument/2006/relationships/image" Target="../media/image-10-90.png"/><Relationship Id="rId91" Type="http://schemas.openxmlformats.org/officeDocument/2006/relationships/image" Target="../media/image-10-91.png"/><Relationship Id="rId92" Type="http://schemas.openxmlformats.org/officeDocument/2006/relationships/image" Target="../media/image-10-92.png"/><Relationship Id="rId93" Type="http://schemas.openxmlformats.org/officeDocument/2006/relationships/image" Target="../media/image-10-93.png"/><Relationship Id="rId94" Type="http://schemas.openxmlformats.org/officeDocument/2006/relationships/slideLayout" Target="../slideLayouts/slideLayout1.xml"/><Relationship Id="rId9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pn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pn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png"/><Relationship Id="rId55" Type="http://schemas.openxmlformats.org/officeDocument/2006/relationships/image" Target="../media/image-11-55.png"/><Relationship Id="rId56" Type="http://schemas.openxmlformats.org/officeDocument/2006/relationships/image" Target="../media/image-11-56.png"/><Relationship Id="rId57" Type="http://schemas.openxmlformats.org/officeDocument/2006/relationships/image" Target="../media/image-11-57.png"/><Relationship Id="rId58" Type="http://schemas.openxmlformats.org/officeDocument/2006/relationships/image" Target="../media/image-11-58.png"/><Relationship Id="rId59" Type="http://schemas.openxmlformats.org/officeDocument/2006/relationships/image" Target="../media/image-11-59.png"/><Relationship Id="rId60" Type="http://schemas.openxmlformats.org/officeDocument/2006/relationships/image" Target="../media/image-11-60.png"/><Relationship Id="rId61" Type="http://schemas.openxmlformats.org/officeDocument/2006/relationships/image" Target="../media/image-11-61.png"/><Relationship Id="rId62" Type="http://schemas.openxmlformats.org/officeDocument/2006/relationships/image" Target="../media/image-11-62.png"/><Relationship Id="rId63" Type="http://schemas.openxmlformats.org/officeDocument/2006/relationships/image" Target="../media/image-11-63.png"/><Relationship Id="rId64" Type="http://schemas.openxmlformats.org/officeDocument/2006/relationships/image" Target="../media/image-11-64.png"/><Relationship Id="rId65" Type="http://schemas.openxmlformats.org/officeDocument/2006/relationships/image" Target="../media/image-11-65.png"/><Relationship Id="rId66" Type="http://schemas.openxmlformats.org/officeDocument/2006/relationships/image" Target="../media/image-11-66.png"/><Relationship Id="rId67" Type="http://schemas.openxmlformats.org/officeDocument/2006/relationships/image" Target="../media/image-11-67.png"/><Relationship Id="rId68" Type="http://schemas.openxmlformats.org/officeDocument/2006/relationships/image" Target="../media/image-11-68.png"/><Relationship Id="rId69" Type="http://schemas.openxmlformats.org/officeDocument/2006/relationships/image" Target="../media/image-11-69.png"/><Relationship Id="rId70" Type="http://schemas.openxmlformats.org/officeDocument/2006/relationships/image" Target="../media/image-11-70.png"/><Relationship Id="rId71" Type="http://schemas.openxmlformats.org/officeDocument/2006/relationships/image" Target="../media/image-11-71.png"/><Relationship Id="rId72" Type="http://schemas.openxmlformats.org/officeDocument/2006/relationships/image" Target="../media/image-11-72.png"/><Relationship Id="rId73" Type="http://schemas.openxmlformats.org/officeDocument/2006/relationships/image" Target="../media/image-11-73.png"/><Relationship Id="rId74" Type="http://schemas.openxmlformats.org/officeDocument/2006/relationships/image" Target="../media/image-11-74.png"/><Relationship Id="rId75" Type="http://schemas.openxmlformats.org/officeDocument/2006/relationships/image" Target="../media/image-11-75.png"/><Relationship Id="rId76" Type="http://schemas.openxmlformats.org/officeDocument/2006/relationships/image" Target="../media/image-11-76.png"/><Relationship Id="rId77" Type="http://schemas.openxmlformats.org/officeDocument/2006/relationships/image" Target="../media/image-11-77.png"/><Relationship Id="rId78" Type="http://schemas.openxmlformats.org/officeDocument/2006/relationships/image" Target="../media/image-11-78.png"/><Relationship Id="rId79" Type="http://schemas.openxmlformats.org/officeDocument/2006/relationships/image" Target="../media/image-11-79.png"/><Relationship Id="rId80" Type="http://schemas.openxmlformats.org/officeDocument/2006/relationships/image" Target="../media/image-11-80.png"/><Relationship Id="rId81" Type="http://schemas.openxmlformats.org/officeDocument/2006/relationships/image" Target="../media/image-11-81.png"/><Relationship Id="rId82" Type="http://schemas.openxmlformats.org/officeDocument/2006/relationships/image" Target="../media/image-11-82.png"/><Relationship Id="rId83" Type="http://schemas.openxmlformats.org/officeDocument/2006/relationships/image" Target="../media/image-11-83.png"/><Relationship Id="rId84" Type="http://schemas.openxmlformats.org/officeDocument/2006/relationships/image" Target="../media/image-11-84.png"/><Relationship Id="rId85" Type="http://schemas.openxmlformats.org/officeDocument/2006/relationships/image" Target="../media/image-11-85.png"/><Relationship Id="rId86" Type="http://schemas.openxmlformats.org/officeDocument/2006/relationships/image" Target="../media/image-11-86.png"/><Relationship Id="rId87" Type="http://schemas.openxmlformats.org/officeDocument/2006/relationships/image" Target="../media/image-11-87.png"/><Relationship Id="rId88" Type="http://schemas.openxmlformats.org/officeDocument/2006/relationships/image" Target="../media/image-11-88.png"/><Relationship Id="rId89" Type="http://schemas.openxmlformats.org/officeDocument/2006/relationships/image" Target="../media/image-11-89.png"/><Relationship Id="rId90" Type="http://schemas.openxmlformats.org/officeDocument/2006/relationships/image" Target="../media/image-11-90.png"/><Relationship Id="rId91" Type="http://schemas.openxmlformats.org/officeDocument/2006/relationships/image" Target="../media/image-11-91.png"/><Relationship Id="rId92" Type="http://schemas.openxmlformats.org/officeDocument/2006/relationships/image" Target="../media/image-11-92.png"/><Relationship Id="rId93" Type="http://schemas.openxmlformats.org/officeDocument/2006/relationships/image" Target="../media/image-11-93.png"/><Relationship Id="rId94" Type="http://schemas.openxmlformats.org/officeDocument/2006/relationships/slideLayout" Target="../slideLayouts/slideLayout1.xml"/><Relationship Id="rId9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5217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788491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2191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7429500" y="2690813"/>
            <a:ext cx="5715000" cy="5715000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7429500" y="2690813"/>
            <a:ext cx="5715000" cy="57150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7429500" y="5894189"/>
            <a:ext cx="57150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3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239250" y="3239988"/>
            <a:ext cx="2095500" cy="2095500"/>
          </a:xfrm>
          <a:prstGeom prst="rect">
            <a:avLst/>
          </a:prstGeom>
        </p:spPr>
      </p:pic>
      <p:sp>
        <p:nvSpPr>
          <p:cNvPr id="1534" name="Text 1448"/>
          <p:cNvSpPr/>
          <p:nvPr/>
        </p:nvSpPr>
        <p:spPr>
          <a:xfrm>
            <a:off x="7696200" y="6132314"/>
            <a:ext cx="12695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535" name="Text 1449"/>
          <p:cNvSpPr/>
          <p:nvPr/>
        </p:nvSpPr>
        <p:spPr>
          <a:xfrm>
            <a:off x="11391900" y="6170414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536" name="Text 1450"/>
          <p:cNvSpPr/>
          <p:nvPr/>
        </p:nvSpPr>
        <p:spPr>
          <a:xfrm>
            <a:off x="7696200" y="6532364"/>
            <a:ext cx="5337048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537" name="Shape 1451"/>
          <p:cNvSpPr/>
          <p:nvPr/>
        </p:nvSpPr>
        <p:spPr>
          <a:xfrm>
            <a:off x="7696200" y="7358063"/>
            <a:ext cx="51816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696200" y="7681912"/>
            <a:ext cx="304800" cy="304800"/>
          </a:xfrm>
          <a:prstGeom prst="rect">
            <a:avLst/>
          </a:prstGeom>
        </p:spPr>
      </p:pic>
      <p:sp>
        <p:nvSpPr>
          <p:cNvPr id="1539" name="Text 1452"/>
          <p:cNvSpPr/>
          <p:nvPr/>
        </p:nvSpPr>
        <p:spPr>
          <a:xfrm>
            <a:off x="81153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40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839200" y="7605713"/>
            <a:ext cx="457200" cy="457200"/>
          </a:xfrm>
          <a:prstGeom prst="rect">
            <a:avLst/>
          </a:prstGeom>
        </p:spPr>
      </p:pic>
      <p:sp>
        <p:nvSpPr>
          <p:cNvPr id="1541" name="Text 1453"/>
          <p:cNvSpPr/>
          <p:nvPr/>
        </p:nvSpPr>
        <p:spPr>
          <a:xfrm>
            <a:off x="9410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542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0134600" y="7491413"/>
            <a:ext cx="685800" cy="685800"/>
          </a:xfrm>
          <a:prstGeom prst="rect">
            <a:avLst/>
          </a:prstGeom>
        </p:spPr>
      </p:pic>
      <p:sp>
        <p:nvSpPr>
          <p:cNvPr id="1543" name="Text 1454"/>
          <p:cNvSpPr/>
          <p:nvPr/>
        </p:nvSpPr>
        <p:spPr>
          <a:xfrm>
            <a:off x="10934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544" name="Text 1455"/>
          <p:cNvSpPr/>
          <p:nvPr/>
        </p:nvSpPr>
        <p:spPr>
          <a:xfrm>
            <a:off x="9750326" y="8558213"/>
            <a:ext cx="10733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Sentry 1/4</a:t>
            </a:r>
            <a:endParaRPr lang="en-US" sz="1050" dirty="0"/>
          </a:p>
        </p:txBody>
      </p:sp>
      <p:sp>
        <p:nvSpPr>
          <p:cNvPr id="1545" name="Shape 1456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6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547" name="Shape 1457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8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549" name="Shape 1458"/>
          <p:cNvSpPr/>
          <p:nvPr/>
        </p:nvSpPr>
        <p:spPr>
          <a:xfrm>
            <a:off x="10058400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50" name="Shape 1459"/>
          <p:cNvSpPr/>
          <p:nvPr/>
        </p:nvSpPr>
        <p:spPr>
          <a:xfrm>
            <a:off x="1019175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1" name="Shape 1460"/>
          <p:cNvSpPr/>
          <p:nvPr/>
        </p:nvSpPr>
        <p:spPr>
          <a:xfrm>
            <a:off x="1032510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2" name="Shape 1461"/>
          <p:cNvSpPr/>
          <p:nvPr/>
        </p:nvSpPr>
        <p:spPr>
          <a:xfrm>
            <a:off x="1045845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5217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788491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2191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7429500" y="2690813"/>
            <a:ext cx="5715000" cy="5715000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7429500" y="2690813"/>
            <a:ext cx="5715000" cy="57150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7429500" y="5894189"/>
            <a:ext cx="57150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3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239250" y="3239988"/>
            <a:ext cx="2095500" cy="2095500"/>
          </a:xfrm>
          <a:prstGeom prst="rect">
            <a:avLst/>
          </a:prstGeom>
        </p:spPr>
      </p:pic>
      <p:sp>
        <p:nvSpPr>
          <p:cNvPr id="1534" name="Text 1448"/>
          <p:cNvSpPr/>
          <p:nvPr/>
        </p:nvSpPr>
        <p:spPr>
          <a:xfrm>
            <a:off x="7696200" y="6132314"/>
            <a:ext cx="1581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1535" name="Text 1449"/>
          <p:cNvSpPr/>
          <p:nvPr/>
        </p:nvSpPr>
        <p:spPr>
          <a:xfrm>
            <a:off x="11391900" y="6170414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536" name="Text 1450"/>
          <p:cNvSpPr/>
          <p:nvPr/>
        </p:nvSpPr>
        <p:spPr>
          <a:xfrm>
            <a:off x="7696200" y="6532364"/>
            <a:ext cx="5337048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1537" name="Shape 1451"/>
          <p:cNvSpPr/>
          <p:nvPr/>
        </p:nvSpPr>
        <p:spPr>
          <a:xfrm>
            <a:off x="7696200" y="7358063"/>
            <a:ext cx="51816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696200" y="7681912"/>
            <a:ext cx="304800" cy="304800"/>
          </a:xfrm>
          <a:prstGeom prst="rect">
            <a:avLst/>
          </a:prstGeom>
        </p:spPr>
      </p:pic>
      <p:sp>
        <p:nvSpPr>
          <p:cNvPr id="1539" name="Text 1452"/>
          <p:cNvSpPr/>
          <p:nvPr/>
        </p:nvSpPr>
        <p:spPr>
          <a:xfrm>
            <a:off x="81153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40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839200" y="7605713"/>
            <a:ext cx="457200" cy="457200"/>
          </a:xfrm>
          <a:prstGeom prst="rect">
            <a:avLst/>
          </a:prstGeom>
        </p:spPr>
      </p:pic>
      <p:sp>
        <p:nvSpPr>
          <p:cNvPr id="1541" name="Text 1453"/>
          <p:cNvSpPr/>
          <p:nvPr/>
        </p:nvSpPr>
        <p:spPr>
          <a:xfrm>
            <a:off x="9410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542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0134600" y="7491413"/>
            <a:ext cx="685800" cy="685800"/>
          </a:xfrm>
          <a:prstGeom prst="rect">
            <a:avLst/>
          </a:prstGeom>
        </p:spPr>
      </p:pic>
      <p:sp>
        <p:nvSpPr>
          <p:cNvPr id="1543" name="Text 1454"/>
          <p:cNvSpPr/>
          <p:nvPr/>
        </p:nvSpPr>
        <p:spPr>
          <a:xfrm>
            <a:off x="10934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544" name="Text 1455"/>
          <p:cNvSpPr/>
          <p:nvPr/>
        </p:nvSpPr>
        <p:spPr>
          <a:xfrm>
            <a:off x="9666536" y="8558213"/>
            <a:ext cx="12407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Aperture 2/4</a:t>
            </a:r>
            <a:endParaRPr lang="en-US" sz="1050" dirty="0"/>
          </a:p>
        </p:txBody>
      </p:sp>
      <p:sp>
        <p:nvSpPr>
          <p:cNvPr id="1545" name="Shape 1456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6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547" name="Shape 1457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8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549" name="Shape 1458"/>
          <p:cNvSpPr/>
          <p:nvPr/>
        </p:nvSpPr>
        <p:spPr>
          <a:xfrm>
            <a:off x="1005840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0" name="Shape 1459"/>
          <p:cNvSpPr/>
          <p:nvPr/>
        </p:nvSpPr>
        <p:spPr>
          <a:xfrm>
            <a:off x="10191750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51" name="Shape 1460"/>
          <p:cNvSpPr/>
          <p:nvPr/>
        </p:nvSpPr>
        <p:spPr>
          <a:xfrm>
            <a:off x="1032510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2" name="Shape 1461"/>
          <p:cNvSpPr/>
          <p:nvPr/>
        </p:nvSpPr>
        <p:spPr>
          <a:xfrm>
            <a:off x="1045845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5217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788491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2191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7429500" y="2690813"/>
            <a:ext cx="5715000" cy="5715000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7429500" y="2690813"/>
            <a:ext cx="5715000" cy="57150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7429500" y="5894189"/>
            <a:ext cx="57150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3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239250" y="3239988"/>
            <a:ext cx="2095500" cy="2095500"/>
          </a:xfrm>
          <a:prstGeom prst="rect">
            <a:avLst/>
          </a:prstGeom>
        </p:spPr>
      </p:pic>
      <p:sp>
        <p:nvSpPr>
          <p:cNvPr id="1534" name="Text 1448"/>
          <p:cNvSpPr/>
          <p:nvPr/>
        </p:nvSpPr>
        <p:spPr>
          <a:xfrm>
            <a:off x="7696200" y="6132314"/>
            <a:ext cx="12400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1535" name="Text 1449"/>
          <p:cNvSpPr/>
          <p:nvPr/>
        </p:nvSpPr>
        <p:spPr>
          <a:xfrm>
            <a:off x="11391900" y="6170414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536" name="Text 1450"/>
          <p:cNvSpPr/>
          <p:nvPr/>
        </p:nvSpPr>
        <p:spPr>
          <a:xfrm>
            <a:off x="7696200" y="6532364"/>
            <a:ext cx="5337048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1537" name="Shape 1451"/>
          <p:cNvSpPr/>
          <p:nvPr/>
        </p:nvSpPr>
        <p:spPr>
          <a:xfrm>
            <a:off x="7696200" y="7358063"/>
            <a:ext cx="51816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696200" y="7681912"/>
            <a:ext cx="304800" cy="304800"/>
          </a:xfrm>
          <a:prstGeom prst="rect">
            <a:avLst/>
          </a:prstGeom>
        </p:spPr>
      </p:pic>
      <p:sp>
        <p:nvSpPr>
          <p:cNvPr id="1539" name="Text 1452"/>
          <p:cNvSpPr/>
          <p:nvPr/>
        </p:nvSpPr>
        <p:spPr>
          <a:xfrm>
            <a:off x="81153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40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839200" y="7605713"/>
            <a:ext cx="457200" cy="457200"/>
          </a:xfrm>
          <a:prstGeom prst="rect">
            <a:avLst/>
          </a:prstGeom>
        </p:spPr>
      </p:pic>
      <p:sp>
        <p:nvSpPr>
          <p:cNvPr id="1541" name="Text 1453"/>
          <p:cNvSpPr/>
          <p:nvPr/>
        </p:nvSpPr>
        <p:spPr>
          <a:xfrm>
            <a:off x="9410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542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0134600" y="7491413"/>
            <a:ext cx="685800" cy="685800"/>
          </a:xfrm>
          <a:prstGeom prst="rect">
            <a:avLst/>
          </a:prstGeom>
        </p:spPr>
      </p:pic>
      <p:sp>
        <p:nvSpPr>
          <p:cNvPr id="1543" name="Text 1454"/>
          <p:cNvSpPr/>
          <p:nvPr/>
        </p:nvSpPr>
        <p:spPr>
          <a:xfrm>
            <a:off x="10934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544" name="Text 1455"/>
          <p:cNvSpPr/>
          <p:nvPr/>
        </p:nvSpPr>
        <p:spPr>
          <a:xfrm>
            <a:off x="9746159" y="8558213"/>
            <a:ext cx="10815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Sigil V 3/4</a:t>
            </a:r>
            <a:endParaRPr lang="en-US" sz="1050" dirty="0"/>
          </a:p>
        </p:txBody>
      </p:sp>
      <p:sp>
        <p:nvSpPr>
          <p:cNvPr id="1545" name="Shape 1456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6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547" name="Shape 1457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8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549" name="Shape 1458"/>
          <p:cNvSpPr/>
          <p:nvPr/>
        </p:nvSpPr>
        <p:spPr>
          <a:xfrm>
            <a:off x="1005840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0" name="Shape 1459"/>
          <p:cNvSpPr/>
          <p:nvPr/>
        </p:nvSpPr>
        <p:spPr>
          <a:xfrm>
            <a:off x="1019175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1" name="Shape 1460"/>
          <p:cNvSpPr/>
          <p:nvPr/>
        </p:nvSpPr>
        <p:spPr>
          <a:xfrm>
            <a:off x="10325100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52" name="Shape 1461"/>
          <p:cNvSpPr/>
          <p:nvPr/>
        </p:nvSpPr>
        <p:spPr>
          <a:xfrm>
            <a:off x="1045845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5217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788491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2191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7429500" y="2690813"/>
            <a:ext cx="5715000" cy="5715000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7429500" y="2690813"/>
            <a:ext cx="5715000" cy="57150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7429500" y="5894189"/>
            <a:ext cx="57150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3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239250" y="3239988"/>
            <a:ext cx="2095500" cy="2095500"/>
          </a:xfrm>
          <a:prstGeom prst="rect">
            <a:avLst/>
          </a:prstGeom>
        </p:spPr>
      </p:pic>
      <p:sp>
        <p:nvSpPr>
          <p:cNvPr id="1534" name="Text 1448"/>
          <p:cNvSpPr/>
          <p:nvPr/>
        </p:nvSpPr>
        <p:spPr>
          <a:xfrm>
            <a:off x="7696200" y="6132314"/>
            <a:ext cx="12686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1535" name="Text 1449"/>
          <p:cNvSpPr/>
          <p:nvPr/>
        </p:nvSpPr>
        <p:spPr>
          <a:xfrm>
            <a:off x="11391900" y="6170414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536" name="Text 1450"/>
          <p:cNvSpPr/>
          <p:nvPr/>
        </p:nvSpPr>
        <p:spPr>
          <a:xfrm>
            <a:off x="7696200" y="6532364"/>
            <a:ext cx="5337048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1537" name="Shape 1451"/>
          <p:cNvSpPr/>
          <p:nvPr/>
        </p:nvSpPr>
        <p:spPr>
          <a:xfrm>
            <a:off x="7696200" y="7358063"/>
            <a:ext cx="5181600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3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696200" y="7681912"/>
            <a:ext cx="304800" cy="304800"/>
          </a:xfrm>
          <a:prstGeom prst="rect">
            <a:avLst/>
          </a:prstGeom>
        </p:spPr>
      </p:pic>
      <p:sp>
        <p:nvSpPr>
          <p:cNvPr id="1539" name="Text 1452"/>
          <p:cNvSpPr/>
          <p:nvPr/>
        </p:nvSpPr>
        <p:spPr>
          <a:xfrm>
            <a:off x="81153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40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839200" y="7605713"/>
            <a:ext cx="457200" cy="457200"/>
          </a:xfrm>
          <a:prstGeom prst="rect">
            <a:avLst/>
          </a:prstGeom>
        </p:spPr>
      </p:pic>
      <p:sp>
        <p:nvSpPr>
          <p:cNvPr id="1541" name="Text 1453"/>
          <p:cNvSpPr/>
          <p:nvPr/>
        </p:nvSpPr>
        <p:spPr>
          <a:xfrm>
            <a:off x="9410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542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0134600" y="7491413"/>
            <a:ext cx="685800" cy="685800"/>
          </a:xfrm>
          <a:prstGeom prst="rect">
            <a:avLst/>
          </a:prstGeom>
        </p:spPr>
      </p:pic>
      <p:sp>
        <p:nvSpPr>
          <p:cNvPr id="1543" name="Text 1454"/>
          <p:cNvSpPr/>
          <p:nvPr/>
        </p:nvSpPr>
        <p:spPr>
          <a:xfrm>
            <a:off x="10934700" y="7710487"/>
            <a:ext cx="533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544" name="Text 1455"/>
          <p:cNvSpPr/>
          <p:nvPr/>
        </p:nvSpPr>
        <p:spPr>
          <a:xfrm>
            <a:off x="9734848" y="8558213"/>
            <a:ext cx="11041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Lattice 4/4</a:t>
            </a:r>
            <a:endParaRPr lang="en-US" sz="1050" dirty="0"/>
          </a:p>
        </p:txBody>
      </p:sp>
      <p:sp>
        <p:nvSpPr>
          <p:cNvPr id="1545" name="Shape 1456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6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547" name="Shape 1457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48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549" name="Shape 1458"/>
          <p:cNvSpPr/>
          <p:nvPr/>
        </p:nvSpPr>
        <p:spPr>
          <a:xfrm>
            <a:off x="1005840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0" name="Shape 1459"/>
          <p:cNvSpPr/>
          <p:nvPr/>
        </p:nvSpPr>
        <p:spPr>
          <a:xfrm>
            <a:off x="1019175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1" name="Shape 1460"/>
          <p:cNvSpPr/>
          <p:nvPr/>
        </p:nvSpPr>
        <p:spPr>
          <a:xfrm>
            <a:off x="10325100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2" name="Shape 1461"/>
          <p:cNvSpPr/>
          <p:nvPr/>
        </p:nvSpPr>
        <p:spPr>
          <a:xfrm>
            <a:off x="10458450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1548" name="Shape 1462"/>
          <p:cNvSpPr/>
          <p:nvPr/>
        </p:nvSpPr>
        <p:spPr>
          <a:xfrm>
            <a:off x="3358307" y="2614473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49" name="Shape 1463"/>
          <p:cNvSpPr/>
          <p:nvPr/>
        </p:nvSpPr>
        <p:spPr>
          <a:xfrm>
            <a:off x="3358307" y="2614473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50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51" name="Text 1464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2" name="Text 1465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553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4" name="Text 1466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5" name="Text 1467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556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7" name="Text 1468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8" name="Text 1469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559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60" name="Text 1470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61" name="Text 1471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56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3" name="Text 1472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4" name="Text 1473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56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6" name="Text 1474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7" name="Text 1475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8" name="Text 1476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4013400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401340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582" name="Shape 1489"/>
          <p:cNvSpPr/>
          <p:nvPr/>
        </p:nvSpPr>
        <p:spPr>
          <a:xfrm>
            <a:off x="14012251" y="1602244"/>
            <a:ext cx="1332272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3" name="Text 1490"/>
          <p:cNvSpPr/>
          <p:nvPr/>
        </p:nvSpPr>
        <p:spPr>
          <a:xfrm>
            <a:off x="14136541" y="1688852"/>
            <a:ext cx="1083692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584" name="Shape 1491"/>
          <p:cNvSpPr/>
          <p:nvPr/>
        </p:nvSpPr>
        <p:spPr>
          <a:xfrm>
            <a:off x="15431130" y="1602244"/>
            <a:ext cx="1546253" cy="303127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85" name="Text 1492"/>
          <p:cNvSpPr/>
          <p:nvPr/>
        </p:nvSpPr>
        <p:spPr>
          <a:xfrm>
            <a:off x="15555419" y="1688852"/>
            <a:ext cx="1297675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586" name="Shape 1493"/>
          <p:cNvSpPr/>
          <p:nvPr/>
        </p:nvSpPr>
        <p:spPr>
          <a:xfrm>
            <a:off x="5718370" y="2300520"/>
            <a:ext cx="11259014" cy="2474412"/>
          </a:xfrm>
          <a:prstGeom prst="roundRect">
            <a:avLst>
              <a:gd name="adj" fmla="val 77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87" name="Shape 1494"/>
          <p:cNvSpPr/>
          <p:nvPr/>
        </p:nvSpPr>
        <p:spPr>
          <a:xfrm>
            <a:off x="5729195" y="2778164"/>
            <a:ext cx="1123736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8" name="Text 1495"/>
          <p:cNvSpPr/>
          <p:nvPr/>
        </p:nvSpPr>
        <p:spPr>
          <a:xfrm>
            <a:off x="5880759" y="2468323"/>
            <a:ext cx="1652902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589" name="Text 1496"/>
          <p:cNvSpPr/>
          <p:nvPr/>
        </p:nvSpPr>
        <p:spPr>
          <a:xfrm>
            <a:off x="7565721" y="2479148"/>
            <a:ext cx="86412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590" name="Shape 1497"/>
          <p:cNvSpPr/>
          <p:nvPr/>
        </p:nvSpPr>
        <p:spPr>
          <a:xfrm>
            <a:off x="13024212" y="2430431"/>
            <a:ext cx="1517835" cy="227346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91" name="Text 1498"/>
          <p:cNvSpPr/>
          <p:nvPr/>
        </p:nvSpPr>
        <p:spPr>
          <a:xfrm>
            <a:off x="13229905" y="2473735"/>
            <a:ext cx="129090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592" name="Text 1499"/>
          <p:cNvSpPr/>
          <p:nvPr/>
        </p:nvSpPr>
        <p:spPr>
          <a:xfrm>
            <a:off x="14650307" y="2468323"/>
            <a:ext cx="2240888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593" name="Shape 1500"/>
          <p:cNvSpPr/>
          <p:nvPr/>
        </p:nvSpPr>
        <p:spPr>
          <a:xfrm>
            <a:off x="10346759" y="2787689"/>
            <a:ext cx="9525" cy="1976417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94" name="Text 1501"/>
          <p:cNvSpPr/>
          <p:nvPr/>
        </p:nvSpPr>
        <p:spPr>
          <a:xfrm>
            <a:off x="5989019" y="3025860"/>
            <a:ext cx="421951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595" name="Text 1502"/>
          <p:cNvSpPr/>
          <p:nvPr/>
        </p:nvSpPr>
        <p:spPr>
          <a:xfrm>
            <a:off x="5989019" y="3253205"/>
            <a:ext cx="4219515" cy="730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596" name="Shape 1503"/>
          <p:cNvSpPr/>
          <p:nvPr/>
        </p:nvSpPr>
        <p:spPr>
          <a:xfrm>
            <a:off x="5989019" y="4097632"/>
            <a:ext cx="409661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7" name="Shape 1504"/>
          <p:cNvSpPr/>
          <p:nvPr/>
        </p:nvSpPr>
        <p:spPr>
          <a:xfrm>
            <a:off x="5999844" y="4108458"/>
            <a:ext cx="236344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598" name="Shape 1505"/>
          <p:cNvSpPr/>
          <p:nvPr/>
        </p:nvSpPr>
        <p:spPr>
          <a:xfrm>
            <a:off x="8363291" y="4108458"/>
            <a:ext cx="1100189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599" name="Shape 1506"/>
          <p:cNvSpPr/>
          <p:nvPr/>
        </p:nvSpPr>
        <p:spPr>
          <a:xfrm>
            <a:off x="9463480" y="4108458"/>
            <a:ext cx="611161" cy="43304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600" name="Shape 1507"/>
          <p:cNvSpPr/>
          <p:nvPr/>
        </p:nvSpPr>
        <p:spPr>
          <a:xfrm>
            <a:off x="5989019" y="4303325"/>
            <a:ext cx="86608" cy="86608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01" name="Text 1508"/>
          <p:cNvSpPr/>
          <p:nvPr/>
        </p:nvSpPr>
        <p:spPr>
          <a:xfrm>
            <a:off x="6140582" y="4270847"/>
            <a:ext cx="315387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602" name="Text 1509"/>
          <p:cNvSpPr/>
          <p:nvPr/>
        </p:nvSpPr>
        <p:spPr>
          <a:xfrm>
            <a:off x="6444725" y="4270847"/>
            <a:ext cx="50923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603" name="Shape 1510"/>
          <p:cNvSpPr/>
          <p:nvPr/>
        </p:nvSpPr>
        <p:spPr>
          <a:xfrm>
            <a:off x="7029327" y="4303325"/>
            <a:ext cx="86608" cy="86608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604" name="Text 1511"/>
          <p:cNvSpPr/>
          <p:nvPr/>
        </p:nvSpPr>
        <p:spPr>
          <a:xfrm>
            <a:off x="7180891" y="4270847"/>
            <a:ext cx="463905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605" name="Text 1512"/>
          <p:cNvSpPr/>
          <p:nvPr/>
        </p:nvSpPr>
        <p:spPr>
          <a:xfrm>
            <a:off x="7633552" y="4270847"/>
            <a:ext cx="50923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606" name="Shape 1513"/>
          <p:cNvSpPr/>
          <p:nvPr/>
        </p:nvSpPr>
        <p:spPr>
          <a:xfrm>
            <a:off x="8218155" y="4303325"/>
            <a:ext cx="86608" cy="86608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607" name="Text 1514"/>
          <p:cNvSpPr/>
          <p:nvPr/>
        </p:nvSpPr>
        <p:spPr>
          <a:xfrm>
            <a:off x="8369718" y="4270847"/>
            <a:ext cx="365964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608" name="Text 1515"/>
          <p:cNvSpPr/>
          <p:nvPr/>
        </p:nvSpPr>
        <p:spPr>
          <a:xfrm>
            <a:off x="8724438" y="4270847"/>
            <a:ext cx="50923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609" name="Shape 1516"/>
          <p:cNvSpPr/>
          <p:nvPr/>
        </p:nvSpPr>
        <p:spPr>
          <a:xfrm>
            <a:off x="13651897" y="2787689"/>
            <a:ext cx="9525" cy="1976417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0" name="Text 1517"/>
          <p:cNvSpPr/>
          <p:nvPr/>
        </p:nvSpPr>
        <p:spPr>
          <a:xfrm>
            <a:off x="10616108" y="3025860"/>
            <a:ext cx="2857904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611" name="Text 1518"/>
          <p:cNvSpPr/>
          <p:nvPr/>
        </p:nvSpPr>
        <p:spPr>
          <a:xfrm>
            <a:off x="10616108" y="3253205"/>
            <a:ext cx="2857904" cy="557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612" name="Text 1519"/>
          <p:cNvSpPr/>
          <p:nvPr/>
        </p:nvSpPr>
        <p:spPr>
          <a:xfrm>
            <a:off x="10616108" y="3902764"/>
            <a:ext cx="2857904" cy="661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613" name="Text 1520"/>
          <p:cNvSpPr/>
          <p:nvPr/>
        </p:nvSpPr>
        <p:spPr>
          <a:xfrm>
            <a:off x="13921244" y="3025860"/>
            <a:ext cx="286888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614" name="Text 1521"/>
          <p:cNvSpPr/>
          <p:nvPr/>
        </p:nvSpPr>
        <p:spPr>
          <a:xfrm>
            <a:off x="13921244" y="3253205"/>
            <a:ext cx="2868880" cy="557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615" name="Text 1522"/>
          <p:cNvSpPr/>
          <p:nvPr/>
        </p:nvSpPr>
        <p:spPr>
          <a:xfrm>
            <a:off x="13921244" y="3902764"/>
            <a:ext cx="2868880" cy="453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616" name="Shape 1523"/>
          <p:cNvSpPr/>
          <p:nvPr/>
        </p:nvSpPr>
        <p:spPr>
          <a:xfrm>
            <a:off x="5718370" y="4948147"/>
            <a:ext cx="6651378" cy="3708235"/>
          </a:xfrm>
          <a:prstGeom prst="roundRect">
            <a:avLst>
              <a:gd name="adj" fmla="val 51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17" name="Shape 1524"/>
          <p:cNvSpPr/>
          <p:nvPr/>
        </p:nvSpPr>
        <p:spPr>
          <a:xfrm>
            <a:off x="5729195" y="5350009"/>
            <a:ext cx="66297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8" name="Text 1525"/>
          <p:cNvSpPr/>
          <p:nvPr/>
        </p:nvSpPr>
        <p:spPr>
          <a:xfrm>
            <a:off x="5880759" y="5078059"/>
            <a:ext cx="879521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619" name="Text 1526"/>
          <p:cNvSpPr/>
          <p:nvPr/>
        </p:nvSpPr>
        <p:spPr>
          <a:xfrm>
            <a:off x="6792340" y="5088885"/>
            <a:ext cx="995562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620" name="Shape 1527"/>
          <p:cNvSpPr/>
          <p:nvPr/>
        </p:nvSpPr>
        <p:spPr>
          <a:xfrm>
            <a:off x="5880759" y="5511098"/>
            <a:ext cx="6326598" cy="606254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1" name="Text 1528"/>
          <p:cNvSpPr/>
          <p:nvPr/>
        </p:nvSpPr>
        <p:spPr>
          <a:xfrm>
            <a:off x="6021496" y="5630184"/>
            <a:ext cx="920626" cy="40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622" name="Text 1529"/>
          <p:cNvSpPr/>
          <p:nvPr/>
        </p:nvSpPr>
        <p:spPr>
          <a:xfrm>
            <a:off x="7017487" y="5733030"/>
            <a:ext cx="1720225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623" name="Text 1530"/>
          <p:cNvSpPr/>
          <p:nvPr/>
        </p:nvSpPr>
        <p:spPr>
          <a:xfrm>
            <a:off x="8736876" y="5722205"/>
            <a:ext cx="942278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624" name="Shape 1531"/>
          <p:cNvSpPr/>
          <p:nvPr/>
        </p:nvSpPr>
        <p:spPr>
          <a:xfrm>
            <a:off x="9830717" y="5700553"/>
            <a:ext cx="1374899" cy="227346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25" name="Text 1532"/>
          <p:cNvSpPr/>
          <p:nvPr/>
        </p:nvSpPr>
        <p:spPr>
          <a:xfrm>
            <a:off x="9906917" y="5738653"/>
            <a:ext cx="1289174" cy="189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26" name="Shape 1533"/>
          <p:cNvSpPr/>
          <p:nvPr/>
        </p:nvSpPr>
        <p:spPr>
          <a:xfrm>
            <a:off x="11357180" y="5684314"/>
            <a:ext cx="709439" cy="259824"/>
          </a:xfrm>
          <a:prstGeom prst="roundRect">
            <a:avLst>
              <a:gd name="adj" fmla="val 7332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7" name="Text 1534"/>
          <p:cNvSpPr/>
          <p:nvPr/>
        </p:nvSpPr>
        <p:spPr>
          <a:xfrm>
            <a:off x="11438166" y="5749270"/>
            <a:ext cx="547468" cy="16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28" name="Shape 1535"/>
          <p:cNvSpPr/>
          <p:nvPr/>
        </p:nvSpPr>
        <p:spPr>
          <a:xfrm>
            <a:off x="5880759" y="6225612"/>
            <a:ext cx="6326598" cy="606255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9" name="Text 1536"/>
          <p:cNvSpPr/>
          <p:nvPr/>
        </p:nvSpPr>
        <p:spPr>
          <a:xfrm>
            <a:off x="6021496" y="6344698"/>
            <a:ext cx="920626" cy="40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30" name="Text 1537"/>
          <p:cNvSpPr/>
          <p:nvPr/>
        </p:nvSpPr>
        <p:spPr>
          <a:xfrm>
            <a:off x="7017487" y="6447545"/>
            <a:ext cx="2291803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31" name="Text 1538"/>
          <p:cNvSpPr/>
          <p:nvPr/>
        </p:nvSpPr>
        <p:spPr>
          <a:xfrm>
            <a:off x="9308453" y="6436719"/>
            <a:ext cx="942279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32" name="Shape 1539"/>
          <p:cNvSpPr/>
          <p:nvPr/>
        </p:nvSpPr>
        <p:spPr>
          <a:xfrm>
            <a:off x="10402295" y="6415067"/>
            <a:ext cx="803321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33" name="Text 1540"/>
          <p:cNvSpPr/>
          <p:nvPr/>
        </p:nvSpPr>
        <p:spPr>
          <a:xfrm>
            <a:off x="10478495" y="6453167"/>
            <a:ext cx="71759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34" name="Shape 1541"/>
          <p:cNvSpPr/>
          <p:nvPr/>
        </p:nvSpPr>
        <p:spPr>
          <a:xfrm>
            <a:off x="11357180" y="6398828"/>
            <a:ext cx="709439" cy="259824"/>
          </a:xfrm>
          <a:prstGeom prst="roundRect">
            <a:avLst>
              <a:gd name="adj" fmla="val 7332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35" name="Text 1542"/>
          <p:cNvSpPr/>
          <p:nvPr/>
        </p:nvSpPr>
        <p:spPr>
          <a:xfrm>
            <a:off x="11438166" y="6463784"/>
            <a:ext cx="547468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6" name="Shape 1543"/>
          <p:cNvSpPr/>
          <p:nvPr/>
        </p:nvSpPr>
        <p:spPr>
          <a:xfrm>
            <a:off x="5880759" y="6940127"/>
            <a:ext cx="6326598" cy="606255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37" name="Text 1544"/>
          <p:cNvSpPr/>
          <p:nvPr/>
        </p:nvSpPr>
        <p:spPr>
          <a:xfrm>
            <a:off x="6021496" y="7059213"/>
            <a:ext cx="920626" cy="40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638" name="Text 1545"/>
          <p:cNvSpPr/>
          <p:nvPr/>
        </p:nvSpPr>
        <p:spPr>
          <a:xfrm>
            <a:off x="7017487" y="7080865"/>
            <a:ext cx="1648673" cy="362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639" name="Text 1546"/>
          <p:cNvSpPr/>
          <p:nvPr/>
        </p:nvSpPr>
        <p:spPr>
          <a:xfrm>
            <a:off x="8665323" y="7151233"/>
            <a:ext cx="942278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640" name="Shape 1547"/>
          <p:cNvSpPr/>
          <p:nvPr/>
        </p:nvSpPr>
        <p:spPr>
          <a:xfrm>
            <a:off x="9759165" y="7129582"/>
            <a:ext cx="1446451" cy="227345"/>
          </a:xfrm>
          <a:prstGeom prst="roundRect">
            <a:avLst>
              <a:gd name="adj" fmla="val 8379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641" name="Text 1548"/>
          <p:cNvSpPr/>
          <p:nvPr/>
        </p:nvSpPr>
        <p:spPr>
          <a:xfrm>
            <a:off x="9835365" y="7167682"/>
            <a:ext cx="136072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642" name="Shape 1549"/>
          <p:cNvSpPr/>
          <p:nvPr/>
        </p:nvSpPr>
        <p:spPr>
          <a:xfrm>
            <a:off x="11357180" y="7113343"/>
            <a:ext cx="709439" cy="259824"/>
          </a:xfrm>
          <a:prstGeom prst="roundRect">
            <a:avLst>
              <a:gd name="adj" fmla="val 7332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43" name="Text 1550"/>
          <p:cNvSpPr/>
          <p:nvPr/>
        </p:nvSpPr>
        <p:spPr>
          <a:xfrm>
            <a:off x="11438166" y="7178298"/>
            <a:ext cx="547468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44" name="Shape 1551"/>
          <p:cNvSpPr/>
          <p:nvPr/>
        </p:nvSpPr>
        <p:spPr>
          <a:xfrm>
            <a:off x="12542962" y="4948147"/>
            <a:ext cx="4434421" cy="3708235"/>
          </a:xfrm>
          <a:prstGeom prst="roundRect">
            <a:avLst>
              <a:gd name="adj" fmla="val 51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5" name="Shape 1552"/>
          <p:cNvSpPr/>
          <p:nvPr/>
        </p:nvSpPr>
        <p:spPr>
          <a:xfrm>
            <a:off x="12553790" y="5350009"/>
            <a:ext cx="441276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6" name="Text 1553"/>
          <p:cNvSpPr/>
          <p:nvPr/>
        </p:nvSpPr>
        <p:spPr>
          <a:xfrm>
            <a:off x="12705352" y="5078059"/>
            <a:ext cx="1455836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647" name="Text 1554"/>
          <p:cNvSpPr/>
          <p:nvPr/>
        </p:nvSpPr>
        <p:spPr>
          <a:xfrm>
            <a:off x="14193248" y="5088885"/>
            <a:ext cx="112682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648" name="Shape 1555"/>
          <p:cNvSpPr/>
          <p:nvPr/>
        </p:nvSpPr>
        <p:spPr>
          <a:xfrm>
            <a:off x="12705352" y="5511098"/>
            <a:ext cx="4109642" cy="454691"/>
          </a:xfrm>
          <a:prstGeom prst="roundRect">
            <a:avLst>
              <a:gd name="adj" fmla="val 4190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649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2878567" y="5662662"/>
            <a:ext cx="151564" cy="151563"/>
          </a:xfrm>
          <a:prstGeom prst="rect">
            <a:avLst/>
          </a:prstGeom>
        </p:spPr>
      </p:pic>
      <p:sp>
        <p:nvSpPr>
          <p:cNvPr id="1650" name="Text 1556"/>
          <p:cNvSpPr/>
          <p:nvPr/>
        </p:nvSpPr>
        <p:spPr>
          <a:xfrm>
            <a:off x="13111117" y="5673487"/>
            <a:ext cx="982368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651" name="Text 1557"/>
          <p:cNvSpPr/>
          <p:nvPr/>
        </p:nvSpPr>
        <p:spPr>
          <a:xfrm>
            <a:off x="16276701" y="5684314"/>
            <a:ext cx="414004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652" name="Shape 1558"/>
          <p:cNvSpPr/>
          <p:nvPr/>
        </p:nvSpPr>
        <p:spPr>
          <a:xfrm>
            <a:off x="12705352" y="6074049"/>
            <a:ext cx="4109642" cy="454691"/>
          </a:xfrm>
          <a:prstGeom prst="roundRect">
            <a:avLst>
              <a:gd name="adj" fmla="val 4190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653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2878567" y="6225612"/>
            <a:ext cx="151564" cy="151564"/>
          </a:xfrm>
          <a:prstGeom prst="rect">
            <a:avLst/>
          </a:prstGeom>
        </p:spPr>
      </p:pic>
      <p:sp>
        <p:nvSpPr>
          <p:cNvPr id="1654" name="Text 1559"/>
          <p:cNvSpPr/>
          <p:nvPr/>
        </p:nvSpPr>
        <p:spPr>
          <a:xfrm>
            <a:off x="13111117" y="6236439"/>
            <a:ext cx="1173514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655" name="Text 1560"/>
          <p:cNvSpPr/>
          <p:nvPr/>
        </p:nvSpPr>
        <p:spPr>
          <a:xfrm>
            <a:off x="16425558" y="6247265"/>
            <a:ext cx="265147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656" name="Shape 1561"/>
          <p:cNvSpPr/>
          <p:nvPr/>
        </p:nvSpPr>
        <p:spPr>
          <a:xfrm>
            <a:off x="12705352" y="6637000"/>
            <a:ext cx="4109642" cy="454691"/>
          </a:xfrm>
          <a:prstGeom prst="roundRect">
            <a:avLst>
              <a:gd name="adj" fmla="val 4190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657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2878567" y="6788564"/>
            <a:ext cx="151564" cy="151563"/>
          </a:xfrm>
          <a:prstGeom prst="rect">
            <a:avLst/>
          </a:prstGeom>
        </p:spPr>
      </p:pic>
      <p:sp>
        <p:nvSpPr>
          <p:cNvPr id="1658" name="Text 1562"/>
          <p:cNvSpPr/>
          <p:nvPr/>
        </p:nvSpPr>
        <p:spPr>
          <a:xfrm>
            <a:off x="13111117" y="6799389"/>
            <a:ext cx="1125305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659" name="Text 1563"/>
          <p:cNvSpPr/>
          <p:nvPr/>
        </p:nvSpPr>
        <p:spPr>
          <a:xfrm>
            <a:off x="16425558" y="6810215"/>
            <a:ext cx="265147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660" name="Shape 1564"/>
          <p:cNvSpPr/>
          <p:nvPr/>
        </p:nvSpPr>
        <p:spPr>
          <a:xfrm>
            <a:off x="12705352" y="7199950"/>
            <a:ext cx="4109642" cy="411387"/>
          </a:xfrm>
          <a:prstGeom prst="roundRect">
            <a:avLst>
              <a:gd name="adj" fmla="val 463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61" name="Text 1565"/>
          <p:cNvSpPr/>
          <p:nvPr/>
        </p:nvSpPr>
        <p:spPr>
          <a:xfrm>
            <a:off x="12829642" y="7340688"/>
            <a:ext cx="1039711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662" name="Text 1566"/>
          <p:cNvSpPr/>
          <p:nvPr/>
        </p:nvSpPr>
        <p:spPr>
          <a:xfrm>
            <a:off x="16141545" y="7351514"/>
            <a:ext cx="549160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663" name="Shape 1567"/>
          <p:cNvSpPr/>
          <p:nvPr/>
        </p:nvSpPr>
        <p:spPr>
          <a:xfrm>
            <a:off x="12705352" y="7871161"/>
            <a:ext cx="4109642" cy="10826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4" name="Text 1568"/>
          <p:cNvSpPr/>
          <p:nvPr/>
        </p:nvSpPr>
        <p:spPr>
          <a:xfrm>
            <a:off x="12705352" y="8141810"/>
            <a:ext cx="4232931" cy="390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sp>
        <p:nvSpPr>
          <p:cNvPr id="1665" name="Text 1569"/>
          <p:cNvSpPr/>
          <p:nvPr/>
        </p:nvSpPr>
        <p:spPr>
          <a:xfrm>
            <a:off x="9764167" y="10139363"/>
            <a:ext cx="1045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 1/7</a:t>
            </a:r>
            <a:endParaRPr lang="en-US" sz="1050" dirty="0"/>
          </a:p>
        </p:txBody>
      </p:sp>
      <p:sp>
        <p:nvSpPr>
          <p:cNvPr id="1666" name="Shape 1570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67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668" name="Shape 1571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69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670" name="Shape 1572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71" name="Shape 1573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2" name="Shape 1574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3" name="Shape 1575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4" name="Shape 1576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5" name="Shape 1577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6" name="Shape 1578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54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49" name="Text 1462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0" name="Text 1463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1551" name="Shape 1464"/>
          <p:cNvSpPr/>
          <p:nvPr/>
        </p:nvSpPr>
        <p:spPr>
          <a:xfrm>
            <a:off x="3358307" y="2950078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52" name="Shape 1465"/>
          <p:cNvSpPr/>
          <p:nvPr/>
        </p:nvSpPr>
        <p:spPr>
          <a:xfrm>
            <a:off x="3358307" y="2950078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53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4" name="Text 1466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5" name="Text 1467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556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7" name="Text 1468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8" name="Text 1469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559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60" name="Text 1470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61" name="Text 1471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56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3" name="Text 1472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4" name="Text 1473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56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6" name="Text 1474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7" name="Text 1475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8" name="Text 1476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2898499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289849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1582" name="Text 1489"/>
          <p:cNvSpPr/>
          <p:nvPr/>
        </p:nvSpPr>
        <p:spPr>
          <a:xfrm>
            <a:off x="13535401" y="1678026"/>
            <a:ext cx="1158628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1583" name="Shape 1490"/>
          <p:cNvSpPr/>
          <p:nvPr/>
        </p:nvSpPr>
        <p:spPr>
          <a:xfrm>
            <a:off x="14704436" y="1602244"/>
            <a:ext cx="971970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4" name="Text 1491"/>
          <p:cNvSpPr/>
          <p:nvPr/>
        </p:nvSpPr>
        <p:spPr>
          <a:xfrm>
            <a:off x="14828726" y="1688852"/>
            <a:ext cx="723391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1585" name="Shape 1492"/>
          <p:cNvSpPr/>
          <p:nvPr/>
        </p:nvSpPr>
        <p:spPr>
          <a:xfrm>
            <a:off x="15763013" y="1602244"/>
            <a:ext cx="1214370" cy="303127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86" name="Text 1493"/>
          <p:cNvSpPr/>
          <p:nvPr/>
        </p:nvSpPr>
        <p:spPr>
          <a:xfrm>
            <a:off x="15887304" y="1688852"/>
            <a:ext cx="965791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1587" name="Shape 1494"/>
          <p:cNvSpPr/>
          <p:nvPr/>
        </p:nvSpPr>
        <p:spPr>
          <a:xfrm>
            <a:off x="5718370" y="2300520"/>
            <a:ext cx="7621486" cy="5348201"/>
          </a:xfrm>
          <a:prstGeom prst="roundRect">
            <a:avLst>
              <a:gd name="adj" fmla="val 356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88" name="Shape 1495"/>
          <p:cNvSpPr/>
          <p:nvPr/>
        </p:nvSpPr>
        <p:spPr>
          <a:xfrm>
            <a:off x="5729195" y="2702382"/>
            <a:ext cx="75998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9" name="Text 1496"/>
          <p:cNvSpPr/>
          <p:nvPr/>
        </p:nvSpPr>
        <p:spPr>
          <a:xfrm>
            <a:off x="5880759" y="2430431"/>
            <a:ext cx="151723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1590" name="Text 1497"/>
          <p:cNvSpPr/>
          <p:nvPr/>
        </p:nvSpPr>
        <p:spPr>
          <a:xfrm>
            <a:off x="7430058" y="2441257"/>
            <a:ext cx="198038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1591" name="Shape 1498"/>
          <p:cNvSpPr/>
          <p:nvPr/>
        </p:nvSpPr>
        <p:spPr>
          <a:xfrm>
            <a:off x="5880759" y="2863471"/>
            <a:ext cx="7296708" cy="4016437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92" name="Shape 1499"/>
          <p:cNvSpPr/>
          <p:nvPr/>
        </p:nvSpPr>
        <p:spPr>
          <a:xfrm>
            <a:off x="5880759" y="2863471"/>
            <a:ext cx="7296708" cy="66038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593" name="Shape 1500"/>
          <p:cNvSpPr/>
          <p:nvPr/>
        </p:nvSpPr>
        <p:spPr>
          <a:xfrm>
            <a:off x="6032322" y="3117881"/>
            <a:ext cx="151564" cy="151564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94" name="Text 1501"/>
          <p:cNvSpPr/>
          <p:nvPr/>
        </p:nvSpPr>
        <p:spPr>
          <a:xfrm>
            <a:off x="6335450" y="3004208"/>
            <a:ext cx="779381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1595" name="Text 1502"/>
          <p:cNvSpPr/>
          <p:nvPr/>
        </p:nvSpPr>
        <p:spPr>
          <a:xfrm>
            <a:off x="7125238" y="3025860"/>
            <a:ext cx="1086737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1596" name="Text 1503"/>
          <p:cNvSpPr/>
          <p:nvPr/>
        </p:nvSpPr>
        <p:spPr>
          <a:xfrm>
            <a:off x="6335450" y="3231554"/>
            <a:ext cx="412577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1597" name="Text 1504"/>
          <p:cNvSpPr/>
          <p:nvPr/>
        </p:nvSpPr>
        <p:spPr>
          <a:xfrm>
            <a:off x="11280722" y="3009621"/>
            <a:ext cx="587219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1598" name="Text 1505"/>
          <p:cNvSpPr/>
          <p:nvPr/>
        </p:nvSpPr>
        <p:spPr>
          <a:xfrm>
            <a:off x="10872211" y="3236967"/>
            <a:ext cx="9957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1599" name="Shape 1506"/>
          <p:cNvSpPr/>
          <p:nvPr/>
        </p:nvSpPr>
        <p:spPr>
          <a:xfrm>
            <a:off x="11943306" y="3161185"/>
            <a:ext cx="108259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00" name="Shape 1507"/>
          <p:cNvSpPr/>
          <p:nvPr/>
        </p:nvSpPr>
        <p:spPr>
          <a:xfrm>
            <a:off x="11954131" y="3172011"/>
            <a:ext cx="1050289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01" name="Shape 1508"/>
          <p:cNvSpPr/>
          <p:nvPr/>
        </p:nvSpPr>
        <p:spPr>
          <a:xfrm>
            <a:off x="5880759" y="3534681"/>
            <a:ext cx="7296708" cy="66038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02" name="Shape 1509"/>
          <p:cNvSpPr/>
          <p:nvPr/>
        </p:nvSpPr>
        <p:spPr>
          <a:xfrm>
            <a:off x="6032322" y="3789091"/>
            <a:ext cx="151564" cy="151564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03" name="Text 1510"/>
          <p:cNvSpPr/>
          <p:nvPr/>
        </p:nvSpPr>
        <p:spPr>
          <a:xfrm>
            <a:off x="6335450" y="3675419"/>
            <a:ext cx="105409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1604" name="Text 1511"/>
          <p:cNvSpPr/>
          <p:nvPr/>
        </p:nvSpPr>
        <p:spPr>
          <a:xfrm>
            <a:off x="7399948" y="3697071"/>
            <a:ext cx="1014508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1605" name="Text 1512"/>
          <p:cNvSpPr/>
          <p:nvPr/>
        </p:nvSpPr>
        <p:spPr>
          <a:xfrm>
            <a:off x="6335450" y="3902764"/>
            <a:ext cx="412577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1606" name="Text 1513"/>
          <p:cNvSpPr/>
          <p:nvPr/>
        </p:nvSpPr>
        <p:spPr>
          <a:xfrm>
            <a:off x="11280722" y="3680832"/>
            <a:ext cx="58721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1607" name="Text 1514"/>
          <p:cNvSpPr/>
          <p:nvPr/>
        </p:nvSpPr>
        <p:spPr>
          <a:xfrm>
            <a:off x="10872211" y="3908177"/>
            <a:ext cx="9957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1608" name="Shape 1515"/>
          <p:cNvSpPr/>
          <p:nvPr/>
        </p:nvSpPr>
        <p:spPr>
          <a:xfrm>
            <a:off x="11943306" y="3832395"/>
            <a:ext cx="108259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09" name="Shape 1516"/>
          <p:cNvSpPr/>
          <p:nvPr/>
        </p:nvSpPr>
        <p:spPr>
          <a:xfrm>
            <a:off x="11954131" y="3843221"/>
            <a:ext cx="1039632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10" name="Shape 1517"/>
          <p:cNvSpPr/>
          <p:nvPr/>
        </p:nvSpPr>
        <p:spPr>
          <a:xfrm>
            <a:off x="5880759" y="4205892"/>
            <a:ext cx="7296708" cy="66038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11" name="Shape 1518"/>
          <p:cNvSpPr/>
          <p:nvPr/>
        </p:nvSpPr>
        <p:spPr>
          <a:xfrm>
            <a:off x="6032322" y="4460302"/>
            <a:ext cx="151564" cy="151564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12" name="Text 1519"/>
          <p:cNvSpPr/>
          <p:nvPr/>
        </p:nvSpPr>
        <p:spPr>
          <a:xfrm>
            <a:off x="6335450" y="4346629"/>
            <a:ext cx="82995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1613" name="Text 1520"/>
          <p:cNvSpPr/>
          <p:nvPr/>
        </p:nvSpPr>
        <p:spPr>
          <a:xfrm>
            <a:off x="7175817" y="4368281"/>
            <a:ext cx="870217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1614" name="Text 1521"/>
          <p:cNvSpPr/>
          <p:nvPr/>
        </p:nvSpPr>
        <p:spPr>
          <a:xfrm>
            <a:off x="6335450" y="4573975"/>
            <a:ext cx="412577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1615" name="Text 1522"/>
          <p:cNvSpPr/>
          <p:nvPr/>
        </p:nvSpPr>
        <p:spPr>
          <a:xfrm>
            <a:off x="11280722" y="4352042"/>
            <a:ext cx="58721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1616" name="Text 1523"/>
          <p:cNvSpPr/>
          <p:nvPr/>
        </p:nvSpPr>
        <p:spPr>
          <a:xfrm>
            <a:off x="10806578" y="4579388"/>
            <a:ext cx="1061363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1617" name="Shape 1524"/>
          <p:cNvSpPr/>
          <p:nvPr/>
        </p:nvSpPr>
        <p:spPr>
          <a:xfrm>
            <a:off x="11943306" y="4503606"/>
            <a:ext cx="108259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18" name="Shape 1525"/>
          <p:cNvSpPr/>
          <p:nvPr/>
        </p:nvSpPr>
        <p:spPr>
          <a:xfrm>
            <a:off x="11954131" y="4514432"/>
            <a:ext cx="106094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19" name="Shape 1526"/>
          <p:cNvSpPr/>
          <p:nvPr/>
        </p:nvSpPr>
        <p:spPr>
          <a:xfrm>
            <a:off x="5880759" y="4877102"/>
            <a:ext cx="7296708" cy="66038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20" name="Shape 1527"/>
          <p:cNvSpPr/>
          <p:nvPr/>
        </p:nvSpPr>
        <p:spPr>
          <a:xfrm>
            <a:off x="6032322" y="5131512"/>
            <a:ext cx="151564" cy="151564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21" name="Text 1528"/>
          <p:cNvSpPr/>
          <p:nvPr/>
        </p:nvSpPr>
        <p:spPr>
          <a:xfrm>
            <a:off x="6335450" y="5017840"/>
            <a:ext cx="1206161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1622" name="Text 1529"/>
          <p:cNvSpPr/>
          <p:nvPr/>
        </p:nvSpPr>
        <p:spPr>
          <a:xfrm>
            <a:off x="7552019" y="5039491"/>
            <a:ext cx="870217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1623" name="Text 1530"/>
          <p:cNvSpPr/>
          <p:nvPr/>
        </p:nvSpPr>
        <p:spPr>
          <a:xfrm>
            <a:off x="6335450" y="5245185"/>
            <a:ext cx="412577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1624" name="Text 1531"/>
          <p:cNvSpPr/>
          <p:nvPr/>
        </p:nvSpPr>
        <p:spPr>
          <a:xfrm>
            <a:off x="11280722" y="5023253"/>
            <a:ext cx="58721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1625" name="Text 1532"/>
          <p:cNvSpPr/>
          <p:nvPr/>
        </p:nvSpPr>
        <p:spPr>
          <a:xfrm>
            <a:off x="10806578" y="5250598"/>
            <a:ext cx="1061363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1626" name="Shape 1533"/>
          <p:cNvSpPr/>
          <p:nvPr/>
        </p:nvSpPr>
        <p:spPr>
          <a:xfrm>
            <a:off x="11943306" y="5174817"/>
            <a:ext cx="1082597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7" name="Shape 1534"/>
          <p:cNvSpPr/>
          <p:nvPr/>
        </p:nvSpPr>
        <p:spPr>
          <a:xfrm>
            <a:off x="11954131" y="5185642"/>
            <a:ext cx="106094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28" name="Shape 1535"/>
          <p:cNvSpPr/>
          <p:nvPr/>
        </p:nvSpPr>
        <p:spPr>
          <a:xfrm>
            <a:off x="5880759" y="5548313"/>
            <a:ext cx="7296708" cy="660385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29" name="Shape 1536"/>
          <p:cNvSpPr/>
          <p:nvPr/>
        </p:nvSpPr>
        <p:spPr>
          <a:xfrm>
            <a:off x="6032322" y="5802723"/>
            <a:ext cx="151564" cy="151564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30" name="Text 1537"/>
          <p:cNvSpPr/>
          <p:nvPr/>
        </p:nvSpPr>
        <p:spPr>
          <a:xfrm>
            <a:off x="6335450" y="5689050"/>
            <a:ext cx="1103145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1631" name="Text 1538"/>
          <p:cNvSpPr/>
          <p:nvPr/>
        </p:nvSpPr>
        <p:spPr>
          <a:xfrm>
            <a:off x="7449003" y="5710702"/>
            <a:ext cx="1014508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1632" name="Text 1539"/>
          <p:cNvSpPr/>
          <p:nvPr/>
        </p:nvSpPr>
        <p:spPr>
          <a:xfrm>
            <a:off x="6335450" y="5916396"/>
            <a:ext cx="412577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1633" name="Text 1540"/>
          <p:cNvSpPr/>
          <p:nvPr/>
        </p:nvSpPr>
        <p:spPr>
          <a:xfrm>
            <a:off x="11280722" y="5694463"/>
            <a:ext cx="58721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1634" name="Text 1541"/>
          <p:cNvSpPr/>
          <p:nvPr/>
        </p:nvSpPr>
        <p:spPr>
          <a:xfrm>
            <a:off x="10872211" y="5921808"/>
            <a:ext cx="9957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1635" name="Shape 1542"/>
          <p:cNvSpPr/>
          <p:nvPr/>
        </p:nvSpPr>
        <p:spPr>
          <a:xfrm>
            <a:off x="11943306" y="5846027"/>
            <a:ext cx="1082597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36" name="Shape 1543"/>
          <p:cNvSpPr/>
          <p:nvPr/>
        </p:nvSpPr>
        <p:spPr>
          <a:xfrm>
            <a:off x="11954131" y="5856853"/>
            <a:ext cx="1018488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37" name="Shape 1544"/>
          <p:cNvSpPr/>
          <p:nvPr/>
        </p:nvSpPr>
        <p:spPr>
          <a:xfrm>
            <a:off x="5880759" y="6219523"/>
            <a:ext cx="7296708" cy="660385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8" name="Shape 1545"/>
          <p:cNvSpPr/>
          <p:nvPr/>
        </p:nvSpPr>
        <p:spPr>
          <a:xfrm>
            <a:off x="6032322" y="6473933"/>
            <a:ext cx="151564" cy="151563"/>
          </a:xfrm>
          <a:prstGeom prst="roundRect">
            <a:avLst>
              <a:gd name="adj" fmla="val 6285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39" name="Text 1546"/>
          <p:cNvSpPr/>
          <p:nvPr/>
        </p:nvSpPr>
        <p:spPr>
          <a:xfrm>
            <a:off x="6335450" y="6360261"/>
            <a:ext cx="161568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1640" name="Text 1547"/>
          <p:cNvSpPr/>
          <p:nvPr/>
        </p:nvSpPr>
        <p:spPr>
          <a:xfrm>
            <a:off x="7961545" y="6381913"/>
            <a:ext cx="798157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1641" name="Text 1548"/>
          <p:cNvSpPr/>
          <p:nvPr/>
        </p:nvSpPr>
        <p:spPr>
          <a:xfrm>
            <a:off x="6335450" y="6587606"/>
            <a:ext cx="412577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1642" name="Text 1549"/>
          <p:cNvSpPr/>
          <p:nvPr/>
        </p:nvSpPr>
        <p:spPr>
          <a:xfrm>
            <a:off x="11280722" y="6365674"/>
            <a:ext cx="58721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1643" name="Text 1550"/>
          <p:cNvSpPr/>
          <p:nvPr/>
        </p:nvSpPr>
        <p:spPr>
          <a:xfrm>
            <a:off x="10872211" y="6593019"/>
            <a:ext cx="9957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1644" name="Shape 1551"/>
          <p:cNvSpPr/>
          <p:nvPr/>
        </p:nvSpPr>
        <p:spPr>
          <a:xfrm>
            <a:off x="11943306" y="6517237"/>
            <a:ext cx="108259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5" name="Shape 1552"/>
          <p:cNvSpPr/>
          <p:nvPr/>
        </p:nvSpPr>
        <p:spPr>
          <a:xfrm>
            <a:off x="11954131" y="6528063"/>
            <a:ext cx="102897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46" name="Shape 1553"/>
          <p:cNvSpPr/>
          <p:nvPr/>
        </p:nvSpPr>
        <p:spPr>
          <a:xfrm>
            <a:off x="13513072" y="2300520"/>
            <a:ext cx="3464312" cy="2511626"/>
          </a:xfrm>
          <a:prstGeom prst="roundRect">
            <a:avLst>
              <a:gd name="adj" fmla="val 75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7" name="Shape 1554"/>
          <p:cNvSpPr/>
          <p:nvPr/>
        </p:nvSpPr>
        <p:spPr>
          <a:xfrm>
            <a:off x="13523898" y="2702382"/>
            <a:ext cx="344266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8" name="Text 1555"/>
          <p:cNvSpPr/>
          <p:nvPr/>
        </p:nvSpPr>
        <p:spPr>
          <a:xfrm>
            <a:off x="13675462" y="2430431"/>
            <a:ext cx="103193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1649" name="Text 1556"/>
          <p:cNvSpPr/>
          <p:nvPr/>
        </p:nvSpPr>
        <p:spPr>
          <a:xfrm>
            <a:off x="14739451" y="2441257"/>
            <a:ext cx="732863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1650" name="Text 1557"/>
          <p:cNvSpPr/>
          <p:nvPr/>
        </p:nvSpPr>
        <p:spPr>
          <a:xfrm>
            <a:off x="13675462" y="2863471"/>
            <a:ext cx="3233719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1651" name="Text 1558"/>
          <p:cNvSpPr/>
          <p:nvPr/>
        </p:nvSpPr>
        <p:spPr>
          <a:xfrm>
            <a:off x="13675462" y="3069164"/>
            <a:ext cx="3233719" cy="64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 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1652" name="Shape 1559"/>
          <p:cNvSpPr/>
          <p:nvPr/>
        </p:nvSpPr>
        <p:spPr>
          <a:xfrm>
            <a:off x="13675462" y="3826982"/>
            <a:ext cx="3139533" cy="10826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3" name="Text 1560"/>
          <p:cNvSpPr/>
          <p:nvPr/>
        </p:nvSpPr>
        <p:spPr>
          <a:xfrm>
            <a:off x="13675462" y="3989372"/>
            <a:ext cx="954625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1654" name="Text 1561"/>
          <p:cNvSpPr/>
          <p:nvPr/>
        </p:nvSpPr>
        <p:spPr>
          <a:xfrm>
            <a:off x="16343049" y="3989372"/>
            <a:ext cx="548146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1655" name="Text 1562"/>
          <p:cNvSpPr/>
          <p:nvPr/>
        </p:nvSpPr>
        <p:spPr>
          <a:xfrm>
            <a:off x="13675462" y="4238369"/>
            <a:ext cx="689728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656" name="Text 1563"/>
          <p:cNvSpPr/>
          <p:nvPr/>
        </p:nvSpPr>
        <p:spPr>
          <a:xfrm>
            <a:off x="16343049" y="4238369"/>
            <a:ext cx="548146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1657" name="Text 1564"/>
          <p:cNvSpPr/>
          <p:nvPr/>
        </p:nvSpPr>
        <p:spPr>
          <a:xfrm>
            <a:off x="13675462" y="4487367"/>
            <a:ext cx="820993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1658" name="Text 1565"/>
          <p:cNvSpPr/>
          <p:nvPr/>
        </p:nvSpPr>
        <p:spPr>
          <a:xfrm>
            <a:off x="16421707" y="4487367"/>
            <a:ext cx="469488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1659" name="Shape 1566"/>
          <p:cNvSpPr/>
          <p:nvPr/>
        </p:nvSpPr>
        <p:spPr>
          <a:xfrm>
            <a:off x="13513072" y="4985362"/>
            <a:ext cx="3464312" cy="2663359"/>
          </a:xfrm>
          <a:prstGeom prst="roundRect">
            <a:avLst>
              <a:gd name="adj" fmla="val 71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60" name="Shape 1567"/>
          <p:cNvSpPr/>
          <p:nvPr/>
        </p:nvSpPr>
        <p:spPr>
          <a:xfrm>
            <a:off x="13523898" y="5387223"/>
            <a:ext cx="344266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1" name="Text 1568"/>
          <p:cNvSpPr/>
          <p:nvPr/>
        </p:nvSpPr>
        <p:spPr>
          <a:xfrm>
            <a:off x="13675462" y="5115274"/>
            <a:ext cx="1106359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1662" name="Text 1569"/>
          <p:cNvSpPr/>
          <p:nvPr/>
        </p:nvSpPr>
        <p:spPr>
          <a:xfrm>
            <a:off x="13675462" y="5648960"/>
            <a:ext cx="174310" cy="239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1663" name="Text 1570"/>
          <p:cNvSpPr/>
          <p:nvPr/>
        </p:nvSpPr>
        <p:spPr>
          <a:xfrm>
            <a:off x="13860180" y="5548313"/>
            <a:ext cx="3043459" cy="44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1664" name="Text 1571"/>
          <p:cNvSpPr/>
          <p:nvPr/>
        </p:nvSpPr>
        <p:spPr>
          <a:xfrm>
            <a:off x="13675462" y="6059163"/>
            <a:ext cx="174310" cy="239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1665" name="Text 1572"/>
          <p:cNvSpPr/>
          <p:nvPr/>
        </p:nvSpPr>
        <p:spPr>
          <a:xfrm>
            <a:off x="13860180" y="6059163"/>
            <a:ext cx="2815392" cy="239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1666" name="Text 1573"/>
          <p:cNvSpPr/>
          <p:nvPr/>
        </p:nvSpPr>
        <p:spPr>
          <a:xfrm>
            <a:off x="13675462" y="6469366"/>
            <a:ext cx="174310" cy="239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1667" name="Text 1574"/>
          <p:cNvSpPr/>
          <p:nvPr/>
        </p:nvSpPr>
        <p:spPr>
          <a:xfrm>
            <a:off x="13860180" y="6368718"/>
            <a:ext cx="3043459" cy="44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1668" name="Shape 1575"/>
          <p:cNvSpPr/>
          <p:nvPr/>
        </p:nvSpPr>
        <p:spPr>
          <a:xfrm>
            <a:off x="13675462" y="7031133"/>
            <a:ext cx="3139533" cy="10826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9" name="Text 1576"/>
          <p:cNvSpPr/>
          <p:nvPr/>
        </p:nvSpPr>
        <p:spPr>
          <a:xfrm>
            <a:off x="13675462" y="7301782"/>
            <a:ext cx="3233719" cy="222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sp>
        <p:nvSpPr>
          <p:cNvPr id="1670" name="Text 1577"/>
          <p:cNvSpPr/>
          <p:nvPr/>
        </p:nvSpPr>
        <p:spPr>
          <a:xfrm>
            <a:off x="9498806" y="10139363"/>
            <a:ext cx="15762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 2/7</a:t>
            </a:r>
            <a:endParaRPr lang="en-US" sz="1050" dirty="0"/>
          </a:p>
        </p:txBody>
      </p:sp>
      <p:sp>
        <p:nvSpPr>
          <p:cNvPr id="1671" name="Shape 1578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72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673" name="Shape 1579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74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675" name="Shape 1580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6" name="Shape 1581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77" name="Shape 1582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8" name="Shape 1583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9" name="Shape 1584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80" name="Shape 1585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81" name="Shape 1586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54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49" name="Text 1462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0" name="Text 1463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551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2" name="Text 1464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3" name="Text 1465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1554" name="Shape 1466"/>
          <p:cNvSpPr/>
          <p:nvPr/>
        </p:nvSpPr>
        <p:spPr>
          <a:xfrm>
            <a:off x="3358307" y="3285684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55" name="Shape 1467"/>
          <p:cNvSpPr/>
          <p:nvPr/>
        </p:nvSpPr>
        <p:spPr>
          <a:xfrm>
            <a:off x="3358307" y="3285684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56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7" name="Text 1468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8" name="Text 1469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559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60" name="Text 1470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61" name="Text 1471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56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3" name="Text 1472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4" name="Text 1473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56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6" name="Text 1474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7" name="Text 1475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8" name="Text 1476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4087622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4087622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1582" name="Shape 1489"/>
          <p:cNvSpPr/>
          <p:nvPr/>
        </p:nvSpPr>
        <p:spPr>
          <a:xfrm>
            <a:off x="14717123" y="1640135"/>
            <a:ext cx="803322" cy="227345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583" name="Text 1490"/>
          <p:cNvSpPr/>
          <p:nvPr/>
        </p:nvSpPr>
        <p:spPr>
          <a:xfrm>
            <a:off x="14922817" y="1683439"/>
            <a:ext cx="576394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1584" name="Shape 1491"/>
          <p:cNvSpPr/>
          <p:nvPr/>
        </p:nvSpPr>
        <p:spPr>
          <a:xfrm>
            <a:off x="15607052" y="1602244"/>
            <a:ext cx="700643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5" name="Text 1492"/>
          <p:cNvSpPr/>
          <p:nvPr/>
        </p:nvSpPr>
        <p:spPr>
          <a:xfrm>
            <a:off x="15731342" y="1688852"/>
            <a:ext cx="452064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1586" name="Shape 1493"/>
          <p:cNvSpPr/>
          <p:nvPr/>
        </p:nvSpPr>
        <p:spPr>
          <a:xfrm>
            <a:off x="16394304" y="1602244"/>
            <a:ext cx="583080" cy="303127"/>
          </a:xfrm>
          <a:prstGeom prst="roundRect">
            <a:avLst>
              <a:gd name="adj" fmla="val 6284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87" name="Text 1494"/>
          <p:cNvSpPr/>
          <p:nvPr/>
        </p:nvSpPr>
        <p:spPr>
          <a:xfrm>
            <a:off x="16518593" y="1688852"/>
            <a:ext cx="334502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1588" name="Shape 1495"/>
          <p:cNvSpPr/>
          <p:nvPr/>
        </p:nvSpPr>
        <p:spPr>
          <a:xfrm>
            <a:off x="5718370" y="2300520"/>
            <a:ext cx="11259014" cy="1515637"/>
          </a:xfrm>
          <a:prstGeom prst="roundRect">
            <a:avLst>
              <a:gd name="adj" fmla="val 125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89" name="Text 1496"/>
          <p:cNvSpPr/>
          <p:nvPr/>
        </p:nvSpPr>
        <p:spPr>
          <a:xfrm>
            <a:off x="5924063" y="2814754"/>
            <a:ext cx="773461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1590" name="Text 1497"/>
          <p:cNvSpPr/>
          <p:nvPr/>
        </p:nvSpPr>
        <p:spPr>
          <a:xfrm>
            <a:off x="5924063" y="2998795"/>
            <a:ext cx="773461" cy="341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 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1591" name="Shape 1498"/>
          <p:cNvSpPr/>
          <p:nvPr/>
        </p:nvSpPr>
        <p:spPr>
          <a:xfrm>
            <a:off x="6859495" y="2484561"/>
            <a:ext cx="882198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2" name="Shape 1499"/>
          <p:cNvSpPr/>
          <p:nvPr/>
        </p:nvSpPr>
        <p:spPr>
          <a:xfrm>
            <a:off x="6870321" y="2495387"/>
            <a:ext cx="5632214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593" name="Shape 1500"/>
          <p:cNvSpPr/>
          <p:nvPr/>
        </p:nvSpPr>
        <p:spPr>
          <a:xfrm>
            <a:off x="6859495" y="2657777"/>
            <a:ext cx="1729619" cy="46551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4" name="Text 1501"/>
          <p:cNvSpPr/>
          <p:nvPr/>
        </p:nvSpPr>
        <p:spPr>
          <a:xfrm>
            <a:off x="6902380" y="2814754"/>
            <a:ext cx="271068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1595" name="Text 1502"/>
          <p:cNvSpPr/>
          <p:nvPr/>
        </p:nvSpPr>
        <p:spPr>
          <a:xfrm>
            <a:off x="7260056" y="2755211"/>
            <a:ext cx="1286172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1596" name="Shape 1503"/>
          <p:cNvSpPr/>
          <p:nvPr/>
        </p:nvSpPr>
        <p:spPr>
          <a:xfrm>
            <a:off x="7260056" y="2960904"/>
            <a:ext cx="1209972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7" name="Shape 1504"/>
          <p:cNvSpPr/>
          <p:nvPr/>
        </p:nvSpPr>
        <p:spPr>
          <a:xfrm>
            <a:off x="7270882" y="2971730"/>
            <a:ext cx="1188320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598" name="Shape 1505"/>
          <p:cNvSpPr/>
          <p:nvPr/>
        </p:nvSpPr>
        <p:spPr>
          <a:xfrm>
            <a:off x="8632417" y="2657777"/>
            <a:ext cx="1729787" cy="46551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9" name="Text 1506"/>
          <p:cNvSpPr/>
          <p:nvPr/>
        </p:nvSpPr>
        <p:spPr>
          <a:xfrm>
            <a:off x="8675303" y="2814754"/>
            <a:ext cx="271068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1600" name="Text 1507"/>
          <p:cNvSpPr/>
          <p:nvPr/>
        </p:nvSpPr>
        <p:spPr>
          <a:xfrm>
            <a:off x="9032978" y="2755211"/>
            <a:ext cx="1286341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1601" name="Shape 1508"/>
          <p:cNvSpPr/>
          <p:nvPr/>
        </p:nvSpPr>
        <p:spPr>
          <a:xfrm>
            <a:off x="9032978" y="2960904"/>
            <a:ext cx="1210141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02" name="Shape 1509"/>
          <p:cNvSpPr/>
          <p:nvPr/>
        </p:nvSpPr>
        <p:spPr>
          <a:xfrm>
            <a:off x="9043804" y="2971730"/>
            <a:ext cx="1188490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03" name="Shape 1510"/>
          <p:cNvSpPr/>
          <p:nvPr/>
        </p:nvSpPr>
        <p:spPr>
          <a:xfrm>
            <a:off x="10405509" y="2657777"/>
            <a:ext cx="1729787" cy="46551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04" name="Text 1511"/>
          <p:cNvSpPr/>
          <p:nvPr/>
        </p:nvSpPr>
        <p:spPr>
          <a:xfrm>
            <a:off x="10448395" y="2820167"/>
            <a:ext cx="271067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605" name="Text 1512"/>
          <p:cNvSpPr/>
          <p:nvPr/>
        </p:nvSpPr>
        <p:spPr>
          <a:xfrm>
            <a:off x="10806071" y="2755211"/>
            <a:ext cx="1286340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1606" name="Shape 1513"/>
          <p:cNvSpPr/>
          <p:nvPr/>
        </p:nvSpPr>
        <p:spPr>
          <a:xfrm>
            <a:off x="10806071" y="2960904"/>
            <a:ext cx="1210140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07" name="Shape 1514"/>
          <p:cNvSpPr/>
          <p:nvPr/>
        </p:nvSpPr>
        <p:spPr>
          <a:xfrm>
            <a:off x="10816896" y="2971730"/>
            <a:ext cx="855592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08" name="Shape 1515"/>
          <p:cNvSpPr/>
          <p:nvPr/>
        </p:nvSpPr>
        <p:spPr>
          <a:xfrm>
            <a:off x="12178601" y="2657777"/>
            <a:ext cx="1729789" cy="46551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09" name="Text 1516"/>
          <p:cNvSpPr/>
          <p:nvPr/>
        </p:nvSpPr>
        <p:spPr>
          <a:xfrm>
            <a:off x="12221487" y="2820167"/>
            <a:ext cx="271067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610" name="Text 1517"/>
          <p:cNvSpPr/>
          <p:nvPr/>
        </p:nvSpPr>
        <p:spPr>
          <a:xfrm>
            <a:off x="12579162" y="2755211"/>
            <a:ext cx="1286341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1611" name="Shape 1518"/>
          <p:cNvSpPr/>
          <p:nvPr/>
        </p:nvSpPr>
        <p:spPr>
          <a:xfrm>
            <a:off x="12579162" y="2960904"/>
            <a:ext cx="1210141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12" name="Shape 1519"/>
          <p:cNvSpPr/>
          <p:nvPr/>
        </p:nvSpPr>
        <p:spPr>
          <a:xfrm>
            <a:off x="12589987" y="2971730"/>
            <a:ext cx="451477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13" name="Shape 1520"/>
          <p:cNvSpPr/>
          <p:nvPr/>
        </p:nvSpPr>
        <p:spPr>
          <a:xfrm>
            <a:off x="13951693" y="2657777"/>
            <a:ext cx="1729789" cy="46551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14" name="Text 1521"/>
          <p:cNvSpPr/>
          <p:nvPr/>
        </p:nvSpPr>
        <p:spPr>
          <a:xfrm>
            <a:off x="13994578" y="2820167"/>
            <a:ext cx="271068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1615" name="Text 1522"/>
          <p:cNvSpPr/>
          <p:nvPr/>
        </p:nvSpPr>
        <p:spPr>
          <a:xfrm>
            <a:off x="14352254" y="2755211"/>
            <a:ext cx="1286341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1616" name="Shape 1523"/>
          <p:cNvSpPr/>
          <p:nvPr/>
        </p:nvSpPr>
        <p:spPr>
          <a:xfrm>
            <a:off x="14352254" y="2960904"/>
            <a:ext cx="1210141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17" name="Shape 1524"/>
          <p:cNvSpPr/>
          <p:nvPr/>
        </p:nvSpPr>
        <p:spPr>
          <a:xfrm>
            <a:off x="6859495" y="3166598"/>
            <a:ext cx="8821987" cy="46551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18" name="Text 1525"/>
          <p:cNvSpPr/>
          <p:nvPr/>
        </p:nvSpPr>
        <p:spPr>
          <a:xfrm>
            <a:off x="6902380" y="3328988"/>
            <a:ext cx="27106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1619" name="Text 1526"/>
          <p:cNvSpPr/>
          <p:nvPr/>
        </p:nvSpPr>
        <p:spPr>
          <a:xfrm>
            <a:off x="7260056" y="3264032"/>
            <a:ext cx="8551410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1620" name="Shape 1527"/>
          <p:cNvSpPr/>
          <p:nvPr/>
        </p:nvSpPr>
        <p:spPr>
          <a:xfrm>
            <a:off x="7260056" y="3469725"/>
            <a:ext cx="8302340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1" name="Text 1528"/>
          <p:cNvSpPr/>
          <p:nvPr/>
        </p:nvSpPr>
        <p:spPr>
          <a:xfrm>
            <a:off x="16107416" y="2619886"/>
            <a:ext cx="74047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1622" name="Text 1529"/>
          <p:cNvSpPr/>
          <p:nvPr/>
        </p:nvSpPr>
        <p:spPr>
          <a:xfrm>
            <a:off x="15934538" y="2825580"/>
            <a:ext cx="913352" cy="254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1623" name="Text 1530"/>
          <p:cNvSpPr/>
          <p:nvPr/>
        </p:nvSpPr>
        <p:spPr>
          <a:xfrm>
            <a:off x="15919653" y="3107055"/>
            <a:ext cx="928238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1624" name="Text 1531"/>
          <p:cNvSpPr/>
          <p:nvPr/>
        </p:nvSpPr>
        <p:spPr>
          <a:xfrm>
            <a:off x="16175585" y="3312748"/>
            <a:ext cx="672305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1625" name="Shape 1532"/>
          <p:cNvSpPr/>
          <p:nvPr/>
        </p:nvSpPr>
        <p:spPr>
          <a:xfrm>
            <a:off x="5718370" y="3989372"/>
            <a:ext cx="5806783" cy="4753280"/>
          </a:xfrm>
          <a:prstGeom prst="roundRect">
            <a:avLst>
              <a:gd name="adj" fmla="val 40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6" name="Shape 1533"/>
          <p:cNvSpPr/>
          <p:nvPr/>
        </p:nvSpPr>
        <p:spPr>
          <a:xfrm>
            <a:off x="5729195" y="4391234"/>
            <a:ext cx="57851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7" name="Text 1534"/>
          <p:cNvSpPr/>
          <p:nvPr/>
        </p:nvSpPr>
        <p:spPr>
          <a:xfrm>
            <a:off x="5880759" y="4119284"/>
            <a:ext cx="159335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1628" name="Text 1535"/>
          <p:cNvSpPr/>
          <p:nvPr/>
        </p:nvSpPr>
        <p:spPr>
          <a:xfrm>
            <a:off x="7506178" y="4130110"/>
            <a:ext cx="112682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1629" name="Text 1536"/>
          <p:cNvSpPr/>
          <p:nvPr/>
        </p:nvSpPr>
        <p:spPr>
          <a:xfrm>
            <a:off x="10496685" y="4119284"/>
            <a:ext cx="942277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1630" name="Shape 1537"/>
          <p:cNvSpPr/>
          <p:nvPr/>
        </p:nvSpPr>
        <p:spPr>
          <a:xfrm>
            <a:off x="5880759" y="4552323"/>
            <a:ext cx="1540502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1" name="Shape 1538"/>
          <p:cNvSpPr/>
          <p:nvPr/>
        </p:nvSpPr>
        <p:spPr>
          <a:xfrm>
            <a:off x="5880759" y="4835099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2" name="Text 1539"/>
          <p:cNvSpPr/>
          <p:nvPr/>
        </p:nvSpPr>
        <p:spPr>
          <a:xfrm>
            <a:off x="5976009" y="4628523"/>
            <a:ext cx="1426202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1633" name="Shape 1540"/>
          <p:cNvSpPr/>
          <p:nvPr/>
        </p:nvSpPr>
        <p:spPr>
          <a:xfrm>
            <a:off x="7421262" y="4552323"/>
            <a:ext cx="878426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4" name="Shape 1541"/>
          <p:cNvSpPr/>
          <p:nvPr/>
        </p:nvSpPr>
        <p:spPr>
          <a:xfrm>
            <a:off x="7421262" y="4835099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5" name="Text 1542"/>
          <p:cNvSpPr/>
          <p:nvPr/>
        </p:nvSpPr>
        <p:spPr>
          <a:xfrm>
            <a:off x="7440312" y="4628523"/>
            <a:ext cx="764126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1636" name="Shape 1543"/>
          <p:cNvSpPr/>
          <p:nvPr/>
        </p:nvSpPr>
        <p:spPr>
          <a:xfrm>
            <a:off x="8299688" y="4552323"/>
            <a:ext cx="993284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7" name="Shape 1544"/>
          <p:cNvSpPr/>
          <p:nvPr/>
        </p:nvSpPr>
        <p:spPr>
          <a:xfrm>
            <a:off x="8299688" y="4835099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8" name="Text 1545"/>
          <p:cNvSpPr/>
          <p:nvPr/>
        </p:nvSpPr>
        <p:spPr>
          <a:xfrm>
            <a:off x="8318738" y="4628523"/>
            <a:ext cx="878984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1639" name="Shape 1546"/>
          <p:cNvSpPr/>
          <p:nvPr/>
        </p:nvSpPr>
        <p:spPr>
          <a:xfrm>
            <a:off x="9292971" y="4552323"/>
            <a:ext cx="2069791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40" name="Shape 1547"/>
          <p:cNvSpPr/>
          <p:nvPr/>
        </p:nvSpPr>
        <p:spPr>
          <a:xfrm>
            <a:off x="9292971" y="4835099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1" name="Text 1548"/>
          <p:cNvSpPr/>
          <p:nvPr/>
        </p:nvSpPr>
        <p:spPr>
          <a:xfrm>
            <a:off x="9388221" y="4628523"/>
            <a:ext cx="1955491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1642" name="Shape 1549"/>
          <p:cNvSpPr/>
          <p:nvPr/>
        </p:nvSpPr>
        <p:spPr>
          <a:xfrm>
            <a:off x="5880759" y="5192356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3" name="Text 1550"/>
          <p:cNvSpPr/>
          <p:nvPr/>
        </p:nvSpPr>
        <p:spPr>
          <a:xfrm>
            <a:off x="5976009" y="4920824"/>
            <a:ext cx="1426202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1644" name="Shape 1551"/>
          <p:cNvSpPr/>
          <p:nvPr/>
        </p:nvSpPr>
        <p:spPr>
          <a:xfrm>
            <a:off x="7421262" y="5192356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5" name="Text 1552"/>
          <p:cNvSpPr/>
          <p:nvPr/>
        </p:nvSpPr>
        <p:spPr>
          <a:xfrm>
            <a:off x="7440312" y="4920824"/>
            <a:ext cx="76412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1646" name="Shape 1553"/>
          <p:cNvSpPr/>
          <p:nvPr/>
        </p:nvSpPr>
        <p:spPr>
          <a:xfrm>
            <a:off x="8299688" y="5192356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7" name="Text 1554"/>
          <p:cNvSpPr/>
          <p:nvPr/>
        </p:nvSpPr>
        <p:spPr>
          <a:xfrm>
            <a:off x="8318738" y="4920824"/>
            <a:ext cx="878984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1648" name="Shape 1555"/>
          <p:cNvSpPr/>
          <p:nvPr/>
        </p:nvSpPr>
        <p:spPr>
          <a:xfrm>
            <a:off x="9292971" y="5192356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9" name="Shape 1556"/>
          <p:cNvSpPr/>
          <p:nvPr/>
        </p:nvSpPr>
        <p:spPr>
          <a:xfrm>
            <a:off x="9401231" y="4985362"/>
            <a:ext cx="974338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50" name="Shape 1557"/>
          <p:cNvSpPr/>
          <p:nvPr/>
        </p:nvSpPr>
        <p:spPr>
          <a:xfrm>
            <a:off x="9412057" y="4996188"/>
            <a:ext cx="666812" cy="43303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51" name="Text 1558"/>
          <p:cNvSpPr/>
          <p:nvPr/>
        </p:nvSpPr>
        <p:spPr>
          <a:xfrm>
            <a:off x="10462177" y="4947471"/>
            <a:ext cx="273436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1652" name="Shape 1559"/>
          <p:cNvSpPr/>
          <p:nvPr/>
        </p:nvSpPr>
        <p:spPr>
          <a:xfrm>
            <a:off x="5880759" y="5549614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3" name="Text 1560"/>
          <p:cNvSpPr/>
          <p:nvPr/>
        </p:nvSpPr>
        <p:spPr>
          <a:xfrm>
            <a:off x="5976009" y="5278081"/>
            <a:ext cx="1426202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1654" name="Shape 1561"/>
          <p:cNvSpPr/>
          <p:nvPr/>
        </p:nvSpPr>
        <p:spPr>
          <a:xfrm>
            <a:off x="7421262" y="5549614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5" name="Text 1562"/>
          <p:cNvSpPr/>
          <p:nvPr/>
        </p:nvSpPr>
        <p:spPr>
          <a:xfrm>
            <a:off x="7440312" y="5278081"/>
            <a:ext cx="76412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1656" name="Shape 1563"/>
          <p:cNvSpPr/>
          <p:nvPr/>
        </p:nvSpPr>
        <p:spPr>
          <a:xfrm>
            <a:off x="8299688" y="5549614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7" name="Text 1564"/>
          <p:cNvSpPr/>
          <p:nvPr/>
        </p:nvSpPr>
        <p:spPr>
          <a:xfrm>
            <a:off x="8318738" y="5278081"/>
            <a:ext cx="878984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1658" name="Shape 1565"/>
          <p:cNvSpPr/>
          <p:nvPr/>
        </p:nvSpPr>
        <p:spPr>
          <a:xfrm>
            <a:off x="9292971" y="5549614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9" name="Shape 1566"/>
          <p:cNvSpPr/>
          <p:nvPr/>
        </p:nvSpPr>
        <p:spPr>
          <a:xfrm>
            <a:off x="9401231" y="5342619"/>
            <a:ext cx="974338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60" name="Shape 1567"/>
          <p:cNvSpPr/>
          <p:nvPr/>
        </p:nvSpPr>
        <p:spPr>
          <a:xfrm>
            <a:off x="9412057" y="5353445"/>
            <a:ext cx="704872" cy="43303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61" name="Text 1568"/>
          <p:cNvSpPr/>
          <p:nvPr/>
        </p:nvSpPr>
        <p:spPr>
          <a:xfrm>
            <a:off x="10462177" y="5304728"/>
            <a:ext cx="27343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1662" name="Shape 1569"/>
          <p:cNvSpPr/>
          <p:nvPr/>
        </p:nvSpPr>
        <p:spPr>
          <a:xfrm>
            <a:off x="5880759" y="5906871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3" name="Text 1570"/>
          <p:cNvSpPr/>
          <p:nvPr/>
        </p:nvSpPr>
        <p:spPr>
          <a:xfrm>
            <a:off x="5976009" y="5635339"/>
            <a:ext cx="1426202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1664" name="Shape 1571"/>
          <p:cNvSpPr/>
          <p:nvPr/>
        </p:nvSpPr>
        <p:spPr>
          <a:xfrm>
            <a:off x="7421262" y="5906871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5" name="Text 1572"/>
          <p:cNvSpPr/>
          <p:nvPr/>
        </p:nvSpPr>
        <p:spPr>
          <a:xfrm>
            <a:off x="7440312" y="5635339"/>
            <a:ext cx="76412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1666" name="Shape 1573"/>
          <p:cNvSpPr/>
          <p:nvPr/>
        </p:nvSpPr>
        <p:spPr>
          <a:xfrm>
            <a:off x="8299688" y="5906871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7" name="Text 1574"/>
          <p:cNvSpPr/>
          <p:nvPr/>
        </p:nvSpPr>
        <p:spPr>
          <a:xfrm>
            <a:off x="8318738" y="5635339"/>
            <a:ext cx="878984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1668" name="Shape 1575"/>
          <p:cNvSpPr/>
          <p:nvPr/>
        </p:nvSpPr>
        <p:spPr>
          <a:xfrm>
            <a:off x="9292971" y="5906871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9" name="Shape 1576"/>
          <p:cNvSpPr/>
          <p:nvPr/>
        </p:nvSpPr>
        <p:spPr>
          <a:xfrm>
            <a:off x="9401231" y="5699877"/>
            <a:ext cx="974338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70" name="Shape 1577"/>
          <p:cNvSpPr/>
          <p:nvPr/>
        </p:nvSpPr>
        <p:spPr>
          <a:xfrm>
            <a:off x="9412057" y="5710702"/>
            <a:ext cx="742933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71" name="Text 1578"/>
          <p:cNvSpPr/>
          <p:nvPr/>
        </p:nvSpPr>
        <p:spPr>
          <a:xfrm>
            <a:off x="10462177" y="5661985"/>
            <a:ext cx="27343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1672" name="Shape 1579"/>
          <p:cNvSpPr/>
          <p:nvPr/>
        </p:nvSpPr>
        <p:spPr>
          <a:xfrm>
            <a:off x="5880759" y="5916396"/>
            <a:ext cx="1540502" cy="357257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73" name="Shape 1580"/>
          <p:cNvSpPr/>
          <p:nvPr/>
        </p:nvSpPr>
        <p:spPr>
          <a:xfrm>
            <a:off x="5880759" y="6264128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4" name="Text 1581"/>
          <p:cNvSpPr/>
          <p:nvPr/>
        </p:nvSpPr>
        <p:spPr>
          <a:xfrm>
            <a:off x="5976009" y="5992596"/>
            <a:ext cx="1426202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1675" name="Shape 1582"/>
          <p:cNvSpPr/>
          <p:nvPr/>
        </p:nvSpPr>
        <p:spPr>
          <a:xfrm>
            <a:off x="7421262" y="5916396"/>
            <a:ext cx="878426" cy="357257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76" name="Shape 1583"/>
          <p:cNvSpPr/>
          <p:nvPr/>
        </p:nvSpPr>
        <p:spPr>
          <a:xfrm>
            <a:off x="7421262" y="6264128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7" name="Text 1584"/>
          <p:cNvSpPr/>
          <p:nvPr/>
        </p:nvSpPr>
        <p:spPr>
          <a:xfrm>
            <a:off x="7440312" y="5992596"/>
            <a:ext cx="76412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1678" name="Shape 1585"/>
          <p:cNvSpPr/>
          <p:nvPr/>
        </p:nvSpPr>
        <p:spPr>
          <a:xfrm>
            <a:off x="8299688" y="5916396"/>
            <a:ext cx="993284" cy="357257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79" name="Shape 1586"/>
          <p:cNvSpPr/>
          <p:nvPr/>
        </p:nvSpPr>
        <p:spPr>
          <a:xfrm>
            <a:off x="8299688" y="6264128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0" name="Text 1587"/>
          <p:cNvSpPr/>
          <p:nvPr/>
        </p:nvSpPr>
        <p:spPr>
          <a:xfrm>
            <a:off x="8318738" y="5992596"/>
            <a:ext cx="878984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1681" name="Shape 1588"/>
          <p:cNvSpPr/>
          <p:nvPr/>
        </p:nvSpPr>
        <p:spPr>
          <a:xfrm>
            <a:off x="9292971" y="5916396"/>
            <a:ext cx="2069791" cy="357257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82" name="Shape 1589"/>
          <p:cNvSpPr/>
          <p:nvPr/>
        </p:nvSpPr>
        <p:spPr>
          <a:xfrm>
            <a:off x="9292971" y="6264128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3" name="Shape 1590"/>
          <p:cNvSpPr/>
          <p:nvPr/>
        </p:nvSpPr>
        <p:spPr>
          <a:xfrm>
            <a:off x="9401231" y="6057133"/>
            <a:ext cx="974338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84" name="Shape 1591"/>
          <p:cNvSpPr/>
          <p:nvPr/>
        </p:nvSpPr>
        <p:spPr>
          <a:xfrm>
            <a:off x="9412057" y="6067959"/>
            <a:ext cx="781162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85" name="Text 1592"/>
          <p:cNvSpPr/>
          <p:nvPr/>
        </p:nvSpPr>
        <p:spPr>
          <a:xfrm>
            <a:off x="10462177" y="6019242"/>
            <a:ext cx="27343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1686" name="Shape 1593"/>
          <p:cNvSpPr/>
          <p:nvPr/>
        </p:nvSpPr>
        <p:spPr>
          <a:xfrm>
            <a:off x="5880759" y="6621385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7" name="Text 1594"/>
          <p:cNvSpPr/>
          <p:nvPr/>
        </p:nvSpPr>
        <p:spPr>
          <a:xfrm>
            <a:off x="5976009" y="6349853"/>
            <a:ext cx="1426202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1688" name="Shape 1595"/>
          <p:cNvSpPr/>
          <p:nvPr/>
        </p:nvSpPr>
        <p:spPr>
          <a:xfrm>
            <a:off x="7421262" y="6621385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9" name="Text 1596"/>
          <p:cNvSpPr/>
          <p:nvPr/>
        </p:nvSpPr>
        <p:spPr>
          <a:xfrm>
            <a:off x="7440312" y="6349853"/>
            <a:ext cx="76412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1690" name="Shape 1597"/>
          <p:cNvSpPr/>
          <p:nvPr/>
        </p:nvSpPr>
        <p:spPr>
          <a:xfrm>
            <a:off x="8299688" y="6621385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1" name="Text 1598"/>
          <p:cNvSpPr/>
          <p:nvPr/>
        </p:nvSpPr>
        <p:spPr>
          <a:xfrm>
            <a:off x="8318738" y="6349853"/>
            <a:ext cx="878984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1692" name="Shape 1599"/>
          <p:cNvSpPr/>
          <p:nvPr/>
        </p:nvSpPr>
        <p:spPr>
          <a:xfrm>
            <a:off x="9292971" y="6621385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3" name="Shape 1600"/>
          <p:cNvSpPr/>
          <p:nvPr/>
        </p:nvSpPr>
        <p:spPr>
          <a:xfrm>
            <a:off x="9401231" y="6414390"/>
            <a:ext cx="974338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94" name="Shape 1601"/>
          <p:cNvSpPr/>
          <p:nvPr/>
        </p:nvSpPr>
        <p:spPr>
          <a:xfrm>
            <a:off x="9412057" y="6425217"/>
            <a:ext cx="819221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95" name="Text 1602"/>
          <p:cNvSpPr/>
          <p:nvPr/>
        </p:nvSpPr>
        <p:spPr>
          <a:xfrm>
            <a:off x="10462177" y="6376500"/>
            <a:ext cx="27343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1696" name="Shape 1603"/>
          <p:cNvSpPr/>
          <p:nvPr/>
        </p:nvSpPr>
        <p:spPr>
          <a:xfrm>
            <a:off x="5880759" y="6978642"/>
            <a:ext cx="154050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7" name="Text 1604"/>
          <p:cNvSpPr/>
          <p:nvPr/>
        </p:nvSpPr>
        <p:spPr>
          <a:xfrm>
            <a:off x="5976009" y="6707110"/>
            <a:ext cx="1426202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1698" name="Shape 1605"/>
          <p:cNvSpPr/>
          <p:nvPr/>
        </p:nvSpPr>
        <p:spPr>
          <a:xfrm>
            <a:off x="7421262" y="6978642"/>
            <a:ext cx="8784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9" name="Text 1606"/>
          <p:cNvSpPr/>
          <p:nvPr/>
        </p:nvSpPr>
        <p:spPr>
          <a:xfrm>
            <a:off x="7440312" y="6707110"/>
            <a:ext cx="76412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1700" name="Shape 1607"/>
          <p:cNvSpPr/>
          <p:nvPr/>
        </p:nvSpPr>
        <p:spPr>
          <a:xfrm>
            <a:off x="8299688" y="6978642"/>
            <a:ext cx="9932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1" name="Text 1608"/>
          <p:cNvSpPr/>
          <p:nvPr/>
        </p:nvSpPr>
        <p:spPr>
          <a:xfrm>
            <a:off x="8318738" y="6707110"/>
            <a:ext cx="878984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1702" name="Shape 1609"/>
          <p:cNvSpPr/>
          <p:nvPr/>
        </p:nvSpPr>
        <p:spPr>
          <a:xfrm>
            <a:off x="9292971" y="6978642"/>
            <a:ext cx="206979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3" name="Shape 1610"/>
          <p:cNvSpPr/>
          <p:nvPr/>
        </p:nvSpPr>
        <p:spPr>
          <a:xfrm>
            <a:off x="9401231" y="6771648"/>
            <a:ext cx="974338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04" name="Shape 1611"/>
          <p:cNvSpPr/>
          <p:nvPr/>
        </p:nvSpPr>
        <p:spPr>
          <a:xfrm>
            <a:off x="9412057" y="6782474"/>
            <a:ext cx="857281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05" name="Text 1612"/>
          <p:cNvSpPr/>
          <p:nvPr/>
        </p:nvSpPr>
        <p:spPr>
          <a:xfrm>
            <a:off x="10462177" y="6733757"/>
            <a:ext cx="27343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1706" name="Shape 1613"/>
          <p:cNvSpPr/>
          <p:nvPr/>
        </p:nvSpPr>
        <p:spPr>
          <a:xfrm>
            <a:off x="11698367" y="3989372"/>
            <a:ext cx="5279016" cy="4753280"/>
          </a:xfrm>
          <a:prstGeom prst="roundRect">
            <a:avLst>
              <a:gd name="adj" fmla="val 40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07" name="Shape 1614"/>
          <p:cNvSpPr/>
          <p:nvPr/>
        </p:nvSpPr>
        <p:spPr>
          <a:xfrm>
            <a:off x="11709193" y="4391234"/>
            <a:ext cx="5257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8" name="Text 1615"/>
          <p:cNvSpPr/>
          <p:nvPr/>
        </p:nvSpPr>
        <p:spPr>
          <a:xfrm>
            <a:off x="11860757" y="4119284"/>
            <a:ext cx="1349943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1709" name="Text 1616"/>
          <p:cNvSpPr/>
          <p:nvPr/>
        </p:nvSpPr>
        <p:spPr>
          <a:xfrm>
            <a:off x="13242760" y="4130110"/>
            <a:ext cx="667231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1710" name="Shape 1617"/>
          <p:cNvSpPr/>
          <p:nvPr/>
        </p:nvSpPr>
        <p:spPr>
          <a:xfrm>
            <a:off x="11709193" y="4400759"/>
            <a:ext cx="5257364" cy="4331067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11" name="Text 1618"/>
          <p:cNvSpPr/>
          <p:nvPr/>
        </p:nvSpPr>
        <p:spPr>
          <a:xfrm>
            <a:off x="11871582" y="4541497"/>
            <a:ext cx="5080564" cy="4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1712" name="Text 1619"/>
          <p:cNvSpPr/>
          <p:nvPr/>
        </p:nvSpPr>
        <p:spPr>
          <a:xfrm>
            <a:off x="11871582" y="4927173"/>
            <a:ext cx="5080564" cy="423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1713" name="Text 1620"/>
          <p:cNvSpPr/>
          <p:nvPr/>
        </p:nvSpPr>
        <p:spPr>
          <a:xfrm>
            <a:off x="11871582" y="5312848"/>
            <a:ext cx="5080564" cy="23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1714" name="Text 1621"/>
          <p:cNvSpPr/>
          <p:nvPr/>
        </p:nvSpPr>
        <p:spPr>
          <a:xfrm>
            <a:off x="11871582" y="5505685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1715" name="Text 1622"/>
          <p:cNvSpPr/>
          <p:nvPr/>
        </p:nvSpPr>
        <p:spPr>
          <a:xfrm>
            <a:off x="11871582" y="5698523"/>
            <a:ext cx="5080564" cy="23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1716" name="Text 1623"/>
          <p:cNvSpPr/>
          <p:nvPr/>
        </p:nvSpPr>
        <p:spPr>
          <a:xfrm>
            <a:off x="11871582" y="5891360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1717" name="Text 1624"/>
          <p:cNvSpPr/>
          <p:nvPr/>
        </p:nvSpPr>
        <p:spPr>
          <a:xfrm>
            <a:off x="11871582" y="6084198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1718" name="Text 1625"/>
          <p:cNvSpPr/>
          <p:nvPr/>
        </p:nvSpPr>
        <p:spPr>
          <a:xfrm>
            <a:off x="11871582" y="6277036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1719" name="Text 1626"/>
          <p:cNvSpPr/>
          <p:nvPr/>
        </p:nvSpPr>
        <p:spPr>
          <a:xfrm>
            <a:off x="11871582" y="6469874"/>
            <a:ext cx="5080564" cy="423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1720" name="Text 1627"/>
          <p:cNvSpPr/>
          <p:nvPr/>
        </p:nvSpPr>
        <p:spPr>
          <a:xfrm>
            <a:off x="11871582" y="6855549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1721" name="Text 1628"/>
          <p:cNvSpPr/>
          <p:nvPr/>
        </p:nvSpPr>
        <p:spPr>
          <a:xfrm>
            <a:off x="11871582" y="7048387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1722" name="Text 1629"/>
          <p:cNvSpPr/>
          <p:nvPr/>
        </p:nvSpPr>
        <p:spPr>
          <a:xfrm>
            <a:off x="11871582" y="7241224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1723" name="Text 1630"/>
          <p:cNvSpPr/>
          <p:nvPr/>
        </p:nvSpPr>
        <p:spPr>
          <a:xfrm>
            <a:off x="11871582" y="7434062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1724" name="Text 1631"/>
          <p:cNvSpPr/>
          <p:nvPr/>
        </p:nvSpPr>
        <p:spPr>
          <a:xfrm>
            <a:off x="11871582" y="7626900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1725" name="Text 1632"/>
          <p:cNvSpPr/>
          <p:nvPr/>
        </p:nvSpPr>
        <p:spPr>
          <a:xfrm>
            <a:off x="11871582" y="7819737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1726" name="Text 1633"/>
          <p:cNvSpPr/>
          <p:nvPr/>
        </p:nvSpPr>
        <p:spPr>
          <a:xfrm>
            <a:off x="11871582" y="8012575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1727" name="Text 1634"/>
          <p:cNvSpPr/>
          <p:nvPr/>
        </p:nvSpPr>
        <p:spPr>
          <a:xfrm>
            <a:off x="11871582" y="8205413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1728" name="Text 1635"/>
          <p:cNvSpPr/>
          <p:nvPr/>
        </p:nvSpPr>
        <p:spPr>
          <a:xfrm>
            <a:off x="11871582" y="8398251"/>
            <a:ext cx="5080564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sp>
        <p:nvSpPr>
          <p:cNvPr id="1729" name="Text 1636"/>
          <p:cNvSpPr/>
          <p:nvPr/>
        </p:nvSpPr>
        <p:spPr>
          <a:xfrm>
            <a:off x="9400580" y="10139363"/>
            <a:ext cx="17726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 3/7</a:t>
            </a:r>
            <a:endParaRPr lang="en-US" sz="1050" dirty="0"/>
          </a:p>
        </p:txBody>
      </p:sp>
      <p:sp>
        <p:nvSpPr>
          <p:cNvPr id="1730" name="Shape 1637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31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732" name="Shape 1638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33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734" name="Shape 1639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35" name="Shape 1640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36" name="Shape 1641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37" name="Shape 1642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38" name="Shape 1643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39" name="Shape 1644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40" name="Shape 1645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54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49" name="Text 1462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0" name="Text 1463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551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2" name="Text 1464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3" name="Text 1465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554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5" name="Text 1466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6" name="Text 1467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1557" name="Shape 1468"/>
          <p:cNvSpPr/>
          <p:nvPr/>
        </p:nvSpPr>
        <p:spPr>
          <a:xfrm>
            <a:off x="3358307" y="3621289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58" name="Shape 1469"/>
          <p:cNvSpPr/>
          <p:nvPr/>
        </p:nvSpPr>
        <p:spPr>
          <a:xfrm>
            <a:off x="3358307" y="3621289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59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60" name="Text 1470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61" name="Text 1471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56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3" name="Text 1472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4" name="Text 1473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56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6" name="Text 1474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7" name="Text 1475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8" name="Text 1476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3047118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3047118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1582" name="Shape 1489"/>
          <p:cNvSpPr/>
          <p:nvPr/>
        </p:nvSpPr>
        <p:spPr>
          <a:xfrm>
            <a:off x="10949176" y="1591418"/>
            <a:ext cx="3032288" cy="324779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1583" name="Shape 1490"/>
          <p:cNvSpPr/>
          <p:nvPr/>
        </p:nvSpPr>
        <p:spPr>
          <a:xfrm>
            <a:off x="10960002" y="1602244"/>
            <a:ext cx="2598234" cy="303127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1584" name="Shape 1491"/>
          <p:cNvSpPr/>
          <p:nvPr/>
        </p:nvSpPr>
        <p:spPr>
          <a:xfrm>
            <a:off x="13558236" y="1683439"/>
            <a:ext cx="9525" cy="140738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1585" name="Text 1492"/>
          <p:cNvSpPr/>
          <p:nvPr/>
        </p:nvSpPr>
        <p:spPr>
          <a:xfrm>
            <a:off x="13677322" y="1683439"/>
            <a:ext cx="261256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1586" name="Shape 1493"/>
          <p:cNvSpPr/>
          <p:nvPr/>
        </p:nvSpPr>
        <p:spPr>
          <a:xfrm>
            <a:off x="14068072" y="1602244"/>
            <a:ext cx="846118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7" name="Text 1494"/>
          <p:cNvSpPr/>
          <p:nvPr/>
        </p:nvSpPr>
        <p:spPr>
          <a:xfrm>
            <a:off x="14192362" y="1688852"/>
            <a:ext cx="597538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1588" name="Shape 1495"/>
          <p:cNvSpPr/>
          <p:nvPr/>
        </p:nvSpPr>
        <p:spPr>
          <a:xfrm>
            <a:off x="15000797" y="1602244"/>
            <a:ext cx="1976586" cy="303127"/>
          </a:xfrm>
          <a:prstGeom prst="roundRect">
            <a:avLst>
              <a:gd name="adj" fmla="val 6284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89" name="Text 1496"/>
          <p:cNvSpPr/>
          <p:nvPr/>
        </p:nvSpPr>
        <p:spPr>
          <a:xfrm>
            <a:off x="15125087" y="1688852"/>
            <a:ext cx="1728007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1590" name="Text 1497"/>
          <p:cNvSpPr/>
          <p:nvPr/>
        </p:nvSpPr>
        <p:spPr>
          <a:xfrm>
            <a:off x="5718370" y="2343824"/>
            <a:ext cx="100182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1591" name="Shape 1498"/>
          <p:cNvSpPr/>
          <p:nvPr/>
        </p:nvSpPr>
        <p:spPr>
          <a:xfrm>
            <a:off x="6773902" y="2300520"/>
            <a:ext cx="1556403" cy="227346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92" name="Shape 1499"/>
          <p:cNvSpPr/>
          <p:nvPr/>
        </p:nvSpPr>
        <p:spPr>
          <a:xfrm>
            <a:off x="6882161" y="2381715"/>
            <a:ext cx="64957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</p:spPr>
      </p:sp>
      <p:sp>
        <p:nvSpPr>
          <p:cNvPr id="1593" name="Text 1500"/>
          <p:cNvSpPr/>
          <p:nvPr/>
        </p:nvSpPr>
        <p:spPr>
          <a:xfrm>
            <a:off x="7012073" y="2354650"/>
            <a:ext cx="88442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1594" name="Text 1501"/>
          <p:cNvSpPr/>
          <p:nvPr/>
        </p:nvSpPr>
        <p:spPr>
          <a:xfrm>
            <a:off x="7885256" y="2360063"/>
            <a:ext cx="412989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1595" name="Shape 1502"/>
          <p:cNvSpPr/>
          <p:nvPr/>
        </p:nvSpPr>
        <p:spPr>
          <a:xfrm>
            <a:off x="8416913" y="2300520"/>
            <a:ext cx="956069" cy="227346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96" name="Shape 1503"/>
          <p:cNvSpPr/>
          <p:nvPr/>
        </p:nvSpPr>
        <p:spPr>
          <a:xfrm>
            <a:off x="8525173" y="2381715"/>
            <a:ext cx="64956" cy="64956"/>
          </a:xfrm>
          <a:prstGeom prst="roundRect">
            <a:avLst>
              <a:gd name="adj" fmla="val 14664"/>
            </a:avLst>
          </a:prstGeom>
          <a:solidFill>
            <a:srgbClr val="D8B46A"/>
          </a:solidFill>
          <a:ln/>
        </p:spPr>
      </p:sp>
      <p:sp>
        <p:nvSpPr>
          <p:cNvPr id="1597" name="Text 1504"/>
          <p:cNvSpPr/>
          <p:nvPr/>
        </p:nvSpPr>
        <p:spPr>
          <a:xfrm>
            <a:off x="8655084" y="2354650"/>
            <a:ext cx="41874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1598" name="Text 1505"/>
          <p:cNvSpPr/>
          <p:nvPr/>
        </p:nvSpPr>
        <p:spPr>
          <a:xfrm>
            <a:off x="9062581" y="2360063"/>
            <a:ext cx="278342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1599" name="Shape 1506"/>
          <p:cNvSpPr/>
          <p:nvPr/>
        </p:nvSpPr>
        <p:spPr>
          <a:xfrm>
            <a:off x="9459589" y="2300520"/>
            <a:ext cx="1035065" cy="227346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00" name="Shape 1507"/>
          <p:cNvSpPr/>
          <p:nvPr/>
        </p:nvSpPr>
        <p:spPr>
          <a:xfrm>
            <a:off x="9567849" y="2381715"/>
            <a:ext cx="64956" cy="64956"/>
          </a:xfrm>
          <a:prstGeom prst="roundRect">
            <a:avLst>
              <a:gd name="adj" fmla="val 14664"/>
            </a:avLst>
          </a:prstGeom>
          <a:solidFill>
            <a:srgbClr val="D8B46A"/>
          </a:solidFill>
          <a:ln/>
        </p:spPr>
      </p:sp>
      <p:sp>
        <p:nvSpPr>
          <p:cNvPr id="1601" name="Text 1508"/>
          <p:cNvSpPr/>
          <p:nvPr/>
        </p:nvSpPr>
        <p:spPr>
          <a:xfrm>
            <a:off x="9697761" y="2354650"/>
            <a:ext cx="56506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1602" name="Text 1509"/>
          <p:cNvSpPr/>
          <p:nvPr/>
        </p:nvSpPr>
        <p:spPr>
          <a:xfrm>
            <a:off x="10251577" y="2360063"/>
            <a:ext cx="211017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1603" name="Shape 1510"/>
          <p:cNvSpPr/>
          <p:nvPr/>
        </p:nvSpPr>
        <p:spPr>
          <a:xfrm>
            <a:off x="10581262" y="2300520"/>
            <a:ext cx="1514960" cy="227346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04" name="Shape 1511"/>
          <p:cNvSpPr/>
          <p:nvPr/>
        </p:nvSpPr>
        <p:spPr>
          <a:xfrm>
            <a:off x="10689522" y="2381715"/>
            <a:ext cx="64957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</p:spPr>
      </p:sp>
      <p:sp>
        <p:nvSpPr>
          <p:cNvPr id="1605" name="Text 1512"/>
          <p:cNvSpPr/>
          <p:nvPr/>
        </p:nvSpPr>
        <p:spPr>
          <a:xfrm>
            <a:off x="10819434" y="2354650"/>
            <a:ext cx="842983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1606" name="Text 1513"/>
          <p:cNvSpPr/>
          <p:nvPr/>
        </p:nvSpPr>
        <p:spPr>
          <a:xfrm>
            <a:off x="11651173" y="2360063"/>
            <a:ext cx="412990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1607" name="Shape 1514"/>
          <p:cNvSpPr/>
          <p:nvPr/>
        </p:nvSpPr>
        <p:spPr>
          <a:xfrm>
            <a:off x="12182831" y="2300520"/>
            <a:ext cx="1217244" cy="227346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08" name="Shape 1515"/>
          <p:cNvSpPr/>
          <p:nvPr/>
        </p:nvSpPr>
        <p:spPr>
          <a:xfrm>
            <a:off x="12291089" y="2381715"/>
            <a:ext cx="64957" cy="64956"/>
          </a:xfrm>
          <a:prstGeom prst="roundRect">
            <a:avLst>
              <a:gd name="adj" fmla="val 14664"/>
            </a:avLst>
          </a:prstGeom>
          <a:solidFill>
            <a:srgbClr val="D8B46A"/>
          </a:solidFill>
          <a:ln/>
        </p:spPr>
      </p:sp>
      <p:sp>
        <p:nvSpPr>
          <p:cNvPr id="1609" name="Text 1516"/>
          <p:cNvSpPr/>
          <p:nvPr/>
        </p:nvSpPr>
        <p:spPr>
          <a:xfrm>
            <a:off x="12421001" y="2354650"/>
            <a:ext cx="679918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1610" name="Text 1517"/>
          <p:cNvSpPr/>
          <p:nvPr/>
        </p:nvSpPr>
        <p:spPr>
          <a:xfrm>
            <a:off x="13089674" y="2360063"/>
            <a:ext cx="278341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1611" name="Shape 1518"/>
          <p:cNvSpPr/>
          <p:nvPr/>
        </p:nvSpPr>
        <p:spPr>
          <a:xfrm>
            <a:off x="13486684" y="2300520"/>
            <a:ext cx="1348341" cy="227346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12" name="Shape 1519"/>
          <p:cNvSpPr/>
          <p:nvPr/>
        </p:nvSpPr>
        <p:spPr>
          <a:xfrm>
            <a:off x="13594943" y="2381715"/>
            <a:ext cx="64955" cy="64956"/>
          </a:xfrm>
          <a:prstGeom prst="roundRect">
            <a:avLst>
              <a:gd name="adj" fmla="val 14664"/>
            </a:avLst>
          </a:prstGeom>
          <a:solidFill>
            <a:srgbClr val="D68A78"/>
          </a:solidFill>
          <a:ln/>
        </p:spPr>
      </p:sp>
      <p:sp>
        <p:nvSpPr>
          <p:cNvPr id="1613" name="Text 1520"/>
          <p:cNvSpPr/>
          <p:nvPr/>
        </p:nvSpPr>
        <p:spPr>
          <a:xfrm>
            <a:off x="13724855" y="2354650"/>
            <a:ext cx="811012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1614" name="Text 1521"/>
          <p:cNvSpPr/>
          <p:nvPr/>
        </p:nvSpPr>
        <p:spPr>
          <a:xfrm>
            <a:off x="14524624" y="2360063"/>
            <a:ext cx="278341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1615" name="Shape 1522"/>
          <p:cNvSpPr/>
          <p:nvPr/>
        </p:nvSpPr>
        <p:spPr>
          <a:xfrm>
            <a:off x="14921632" y="2300520"/>
            <a:ext cx="1321446" cy="227346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16" name="Shape 1523"/>
          <p:cNvSpPr/>
          <p:nvPr/>
        </p:nvSpPr>
        <p:spPr>
          <a:xfrm>
            <a:off x="15029892" y="2381715"/>
            <a:ext cx="64957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</p:spPr>
      </p:sp>
      <p:sp>
        <p:nvSpPr>
          <p:cNvPr id="1617" name="Text 1524"/>
          <p:cNvSpPr/>
          <p:nvPr/>
        </p:nvSpPr>
        <p:spPr>
          <a:xfrm>
            <a:off x="15159804" y="2354650"/>
            <a:ext cx="78411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1618" name="Text 1525"/>
          <p:cNvSpPr/>
          <p:nvPr/>
        </p:nvSpPr>
        <p:spPr>
          <a:xfrm>
            <a:off x="15932677" y="2360063"/>
            <a:ext cx="278341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1619" name="Shape 1526"/>
          <p:cNvSpPr/>
          <p:nvPr/>
        </p:nvSpPr>
        <p:spPr>
          <a:xfrm>
            <a:off x="16372990" y="2327585"/>
            <a:ext cx="10826" cy="173216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0" name="Shape 1527"/>
          <p:cNvSpPr/>
          <p:nvPr/>
        </p:nvSpPr>
        <p:spPr>
          <a:xfrm>
            <a:off x="5718370" y="2614473"/>
            <a:ext cx="598811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21" name="Shape 1528"/>
          <p:cNvSpPr/>
          <p:nvPr/>
        </p:nvSpPr>
        <p:spPr>
          <a:xfrm>
            <a:off x="5826629" y="2695668"/>
            <a:ext cx="64955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</p:spPr>
      </p:sp>
      <p:sp>
        <p:nvSpPr>
          <p:cNvPr id="1622" name="Text 1529"/>
          <p:cNvSpPr/>
          <p:nvPr/>
        </p:nvSpPr>
        <p:spPr>
          <a:xfrm>
            <a:off x="5956541" y="2668603"/>
            <a:ext cx="328580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623" name="Shape 1530"/>
          <p:cNvSpPr/>
          <p:nvPr/>
        </p:nvSpPr>
        <p:spPr>
          <a:xfrm>
            <a:off x="6403789" y="2614473"/>
            <a:ext cx="1022378" cy="227345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24" name="Shape 1531"/>
          <p:cNvSpPr/>
          <p:nvPr/>
        </p:nvSpPr>
        <p:spPr>
          <a:xfrm>
            <a:off x="6512049" y="2695668"/>
            <a:ext cx="64955" cy="64956"/>
          </a:xfrm>
          <a:prstGeom prst="roundRect">
            <a:avLst>
              <a:gd name="adj" fmla="val 14664"/>
            </a:avLst>
          </a:prstGeom>
          <a:solidFill>
            <a:srgbClr val="D8B46A"/>
          </a:solidFill>
          <a:ln/>
        </p:spPr>
      </p:sp>
      <p:sp>
        <p:nvSpPr>
          <p:cNvPr id="1625" name="Text 1532"/>
          <p:cNvSpPr/>
          <p:nvPr/>
        </p:nvSpPr>
        <p:spPr>
          <a:xfrm>
            <a:off x="6641960" y="2668603"/>
            <a:ext cx="485050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626" name="Text 1533"/>
          <p:cNvSpPr/>
          <p:nvPr/>
        </p:nvSpPr>
        <p:spPr>
          <a:xfrm>
            <a:off x="7115766" y="2674016"/>
            <a:ext cx="278341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1627" name="Shape 1534"/>
          <p:cNvSpPr/>
          <p:nvPr/>
        </p:nvSpPr>
        <p:spPr>
          <a:xfrm>
            <a:off x="7512775" y="2614473"/>
            <a:ext cx="852714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28" name="Shape 1535"/>
          <p:cNvSpPr/>
          <p:nvPr/>
        </p:nvSpPr>
        <p:spPr>
          <a:xfrm>
            <a:off x="7621035" y="2695668"/>
            <a:ext cx="64955" cy="64956"/>
          </a:xfrm>
          <a:prstGeom prst="roundRect">
            <a:avLst>
              <a:gd name="adj" fmla="val 14664"/>
            </a:avLst>
          </a:prstGeom>
          <a:solidFill>
            <a:srgbClr val="D68A78"/>
          </a:solidFill>
          <a:ln/>
        </p:spPr>
      </p:sp>
      <p:sp>
        <p:nvSpPr>
          <p:cNvPr id="1629" name="Text 1536"/>
          <p:cNvSpPr/>
          <p:nvPr/>
        </p:nvSpPr>
        <p:spPr>
          <a:xfrm>
            <a:off x="7750946" y="2668603"/>
            <a:ext cx="38271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630" name="Text 1537"/>
          <p:cNvSpPr/>
          <p:nvPr/>
        </p:nvSpPr>
        <p:spPr>
          <a:xfrm>
            <a:off x="8122412" y="2674016"/>
            <a:ext cx="211017" cy="146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1631" name="Shape 1538"/>
          <p:cNvSpPr/>
          <p:nvPr/>
        </p:nvSpPr>
        <p:spPr>
          <a:xfrm>
            <a:off x="8495401" y="2641538"/>
            <a:ext cx="10826" cy="173216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2" name="Shape 1539"/>
          <p:cNvSpPr/>
          <p:nvPr/>
        </p:nvSpPr>
        <p:spPr>
          <a:xfrm>
            <a:off x="8636139" y="2614473"/>
            <a:ext cx="747161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33" name="Text 1540"/>
          <p:cNvSpPr/>
          <p:nvPr/>
        </p:nvSpPr>
        <p:spPr>
          <a:xfrm>
            <a:off x="8744399" y="2668603"/>
            <a:ext cx="606842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1634" name="Shape 1541"/>
          <p:cNvSpPr/>
          <p:nvPr/>
        </p:nvSpPr>
        <p:spPr>
          <a:xfrm>
            <a:off x="9469908" y="2614473"/>
            <a:ext cx="982796" cy="227345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35" name="Text 1542"/>
          <p:cNvSpPr/>
          <p:nvPr/>
        </p:nvSpPr>
        <p:spPr>
          <a:xfrm>
            <a:off x="9578168" y="2668603"/>
            <a:ext cx="842476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1636" name="Shape 1543"/>
          <p:cNvSpPr/>
          <p:nvPr/>
        </p:nvSpPr>
        <p:spPr>
          <a:xfrm>
            <a:off x="10539311" y="2614473"/>
            <a:ext cx="1040477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37" name="Text 1544"/>
          <p:cNvSpPr/>
          <p:nvPr/>
        </p:nvSpPr>
        <p:spPr>
          <a:xfrm>
            <a:off x="10647571" y="2668603"/>
            <a:ext cx="900159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1638" name="Shape 1545"/>
          <p:cNvSpPr/>
          <p:nvPr/>
        </p:nvSpPr>
        <p:spPr>
          <a:xfrm>
            <a:off x="5718370" y="2993382"/>
            <a:ext cx="11259014" cy="6228657"/>
          </a:xfrm>
          <a:prstGeom prst="roundRect">
            <a:avLst>
              <a:gd name="adj" fmla="val 306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39" name="Shape 1546"/>
          <p:cNvSpPr/>
          <p:nvPr/>
        </p:nvSpPr>
        <p:spPr>
          <a:xfrm>
            <a:off x="5729195" y="3395245"/>
            <a:ext cx="1123736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0" name="Text 1547"/>
          <p:cNvSpPr/>
          <p:nvPr/>
        </p:nvSpPr>
        <p:spPr>
          <a:xfrm>
            <a:off x="5880759" y="3123294"/>
            <a:ext cx="546622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1641" name="Text 1548"/>
          <p:cNvSpPr/>
          <p:nvPr/>
        </p:nvSpPr>
        <p:spPr>
          <a:xfrm>
            <a:off x="6459441" y="3134120"/>
            <a:ext cx="204635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1642" name="Text 1549"/>
          <p:cNvSpPr/>
          <p:nvPr/>
        </p:nvSpPr>
        <p:spPr>
          <a:xfrm>
            <a:off x="15136799" y="3128707"/>
            <a:ext cx="85871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1643" name="Text 1550"/>
          <p:cNvSpPr/>
          <p:nvPr/>
        </p:nvSpPr>
        <p:spPr>
          <a:xfrm>
            <a:off x="16005922" y="3128707"/>
            <a:ext cx="142002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1644" name="Text 1551"/>
          <p:cNvSpPr/>
          <p:nvPr/>
        </p:nvSpPr>
        <p:spPr>
          <a:xfrm>
            <a:off x="16158331" y="3128707"/>
            <a:ext cx="732863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1645" name="Shape 1552"/>
          <p:cNvSpPr/>
          <p:nvPr/>
        </p:nvSpPr>
        <p:spPr>
          <a:xfrm>
            <a:off x="5729195" y="3404770"/>
            <a:ext cx="368083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46" name="Shape 1553"/>
          <p:cNvSpPr/>
          <p:nvPr/>
        </p:nvSpPr>
        <p:spPr>
          <a:xfrm>
            <a:off x="5729195" y="3687546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7" name="Shape 1554"/>
          <p:cNvSpPr/>
          <p:nvPr/>
        </p:nvSpPr>
        <p:spPr>
          <a:xfrm>
            <a:off x="6097278" y="3404770"/>
            <a:ext cx="30312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48" name="Shape 1555"/>
          <p:cNvSpPr/>
          <p:nvPr/>
        </p:nvSpPr>
        <p:spPr>
          <a:xfrm>
            <a:off x="6097278" y="3687546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9" name="Shape 1556"/>
          <p:cNvSpPr/>
          <p:nvPr/>
        </p:nvSpPr>
        <p:spPr>
          <a:xfrm>
            <a:off x="6400406" y="3404770"/>
            <a:ext cx="140737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50" name="Shape 1557"/>
          <p:cNvSpPr/>
          <p:nvPr/>
        </p:nvSpPr>
        <p:spPr>
          <a:xfrm>
            <a:off x="6400406" y="3687546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1" name="Text 1558"/>
          <p:cNvSpPr/>
          <p:nvPr/>
        </p:nvSpPr>
        <p:spPr>
          <a:xfrm>
            <a:off x="6495656" y="3480970"/>
            <a:ext cx="1293077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1652" name="Shape 1559"/>
          <p:cNvSpPr/>
          <p:nvPr/>
        </p:nvSpPr>
        <p:spPr>
          <a:xfrm>
            <a:off x="7807783" y="3404770"/>
            <a:ext cx="5477944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53" name="Shape 1560"/>
          <p:cNvSpPr/>
          <p:nvPr/>
        </p:nvSpPr>
        <p:spPr>
          <a:xfrm>
            <a:off x="7807783" y="3687546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4" name="Text 1561"/>
          <p:cNvSpPr/>
          <p:nvPr/>
        </p:nvSpPr>
        <p:spPr>
          <a:xfrm>
            <a:off x="7903033" y="3480970"/>
            <a:ext cx="5451782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1655" name="Shape 1562"/>
          <p:cNvSpPr/>
          <p:nvPr/>
        </p:nvSpPr>
        <p:spPr>
          <a:xfrm>
            <a:off x="13285726" y="3404770"/>
            <a:ext cx="974338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56" name="Shape 1563"/>
          <p:cNvSpPr/>
          <p:nvPr/>
        </p:nvSpPr>
        <p:spPr>
          <a:xfrm>
            <a:off x="13285726" y="3687546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7" name="Text 1564"/>
          <p:cNvSpPr/>
          <p:nvPr/>
        </p:nvSpPr>
        <p:spPr>
          <a:xfrm>
            <a:off x="13304776" y="3480970"/>
            <a:ext cx="860038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1658" name="Shape 1565"/>
          <p:cNvSpPr/>
          <p:nvPr/>
        </p:nvSpPr>
        <p:spPr>
          <a:xfrm>
            <a:off x="14260064" y="3404770"/>
            <a:ext cx="649558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59" name="Shape 1566"/>
          <p:cNvSpPr/>
          <p:nvPr/>
        </p:nvSpPr>
        <p:spPr>
          <a:xfrm>
            <a:off x="14260064" y="3687546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0" name="Text 1567"/>
          <p:cNvSpPr/>
          <p:nvPr/>
        </p:nvSpPr>
        <p:spPr>
          <a:xfrm>
            <a:off x="14279114" y="3480970"/>
            <a:ext cx="535258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1661" name="Shape 1568"/>
          <p:cNvSpPr/>
          <p:nvPr/>
        </p:nvSpPr>
        <p:spPr>
          <a:xfrm>
            <a:off x="14909622" y="3404770"/>
            <a:ext cx="1190858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62" name="Shape 1569"/>
          <p:cNvSpPr/>
          <p:nvPr/>
        </p:nvSpPr>
        <p:spPr>
          <a:xfrm>
            <a:off x="14909622" y="3687546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3" name="Text 1570"/>
          <p:cNvSpPr/>
          <p:nvPr/>
        </p:nvSpPr>
        <p:spPr>
          <a:xfrm>
            <a:off x="15004872" y="3480970"/>
            <a:ext cx="1076558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1664" name="Shape 1571"/>
          <p:cNvSpPr/>
          <p:nvPr/>
        </p:nvSpPr>
        <p:spPr>
          <a:xfrm>
            <a:off x="16100480" y="3404770"/>
            <a:ext cx="86607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65" name="Shape 1572"/>
          <p:cNvSpPr/>
          <p:nvPr/>
        </p:nvSpPr>
        <p:spPr>
          <a:xfrm>
            <a:off x="16100480" y="3687546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6" name="Text 1573"/>
          <p:cNvSpPr/>
          <p:nvPr/>
        </p:nvSpPr>
        <p:spPr>
          <a:xfrm>
            <a:off x="16119530" y="3480970"/>
            <a:ext cx="751777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1667" name="Shape 1574"/>
          <p:cNvSpPr/>
          <p:nvPr/>
        </p:nvSpPr>
        <p:spPr>
          <a:xfrm>
            <a:off x="5729195" y="4098933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8" name="Shape 1575"/>
          <p:cNvSpPr/>
          <p:nvPr/>
        </p:nvSpPr>
        <p:spPr>
          <a:xfrm>
            <a:off x="5837455" y="3840515"/>
            <a:ext cx="151563" cy="151564"/>
          </a:xfrm>
          <a:prstGeom prst="roundRect">
            <a:avLst>
              <a:gd name="adj" fmla="val 6285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69" name="Shape 1576"/>
          <p:cNvSpPr/>
          <p:nvPr/>
        </p:nvSpPr>
        <p:spPr>
          <a:xfrm>
            <a:off x="6097278" y="4098933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0" name="Text 1577"/>
          <p:cNvSpPr/>
          <p:nvPr/>
        </p:nvSpPr>
        <p:spPr>
          <a:xfrm>
            <a:off x="6154428" y="3773271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671" name="Shape 1578"/>
          <p:cNvSpPr/>
          <p:nvPr/>
        </p:nvSpPr>
        <p:spPr>
          <a:xfrm>
            <a:off x="6400406" y="4098933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2" name="Shape 1579"/>
          <p:cNvSpPr/>
          <p:nvPr/>
        </p:nvSpPr>
        <p:spPr>
          <a:xfrm>
            <a:off x="6508666" y="3864873"/>
            <a:ext cx="64956" cy="64956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73" name="Text 1580"/>
          <p:cNvSpPr/>
          <p:nvPr/>
        </p:nvSpPr>
        <p:spPr>
          <a:xfrm>
            <a:off x="6638577" y="3816156"/>
            <a:ext cx="922656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1674" name="Shape 1581"/>
          <p:cNvSpPr/>
          <p:nvPr/>
        </p:nvSpPr>
        <p:spPr>
          <a:xfrm>
            <a:off x="7807783" y="4098933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5" name="Text 1582"/>
          <p:cNvSpPr/>
          <p:nvPr/>
        </p:nvSpPr>
        <p:spPr>
          <a:xfrm>
            <a:off x="7903033" y="3773271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1676" name="Shape 1583"/>
          <p:cNvSpPr/>
          <p:nvPr/>
        </p:nvSpPr>
        <p:spPr>
          <a:xfrm>
            <a:off x="13285726" y="4098933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7" name="Text 1584"/>
          <p:cNvSpPr/>
          <p:nvPr/>
        </p:nvSpPr>
        <p:spPr>
          <a:xfrm>
            <a:off x="13304776" y="3773271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1678" name="Shape 1585"/>
          <p:cNvSpPr/>
          <p:nvPr/>
        </p:nvSpPr>
        <p:spPr>
          <a:xfrm>
            <a:off x="14260064" y="4098933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9" name="Text 1586"/>
          <p:cNvSpPr/>
          <p:nvPr/>
        </p:nvSpPr>
        <p:spPr>
          <a:xfrm>
            <a:off x="14279114" y="3773271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1680" name="Shape 1587"/>
          <p:cNvSpPr/>
          <p:nvPr/>
        </p:nvSpPr>
        <p:spPr>
          <a:xfrm>
            <a:off x="14909622" y="4098933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1" name="Shape 1588"/>
          <p:cNvSpPr/>
          <p:nvPr/>
        </p:nvSpPr>
        <p:spPr>
          <a:xfrm>
            <a:off x="15017882" y="3783678"/>
            <a:ext cx="589001" cy="227346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2" name="Text 1589"/>
          <p:cNvSpPr/>
          <p:nvPr/>
        </p:nvSpPr>
        <p:spPr>
          <a:xfrm>
            <a:off x="15094082" y="3821778"/>
            <a:ext cx="503276" cy="189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1683" name="Shape 1590"/>
          <p:cNvSpPr/>
          <p:nvPr/>
        </p:nvSpPr>
        <p:spPr>
          <a:xfrm>
            <a:off x="16100480" y="4098933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4" name="Text 1591"/>
          <p:cNvSpPr/>
          <p:nvPr/>
        </p:nvSpPr>
        <p:spPr>
          <a:xfrm>
            <a:off x="16119530" y="3773271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1685" name="Shape 1592"/>
          <p:cNvSpPr/>
          <p:nvPr/>
        </p:nvSpPr>
        <p:spPr>
          <a:xfrm>
            <a:off x="5729195" y="4510320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6" name="Shape 1593"/>
          <p:cNvSpPr/>
          <p:nvPr/>
        </p:nvSpPr>
        <p:spPr>
          <a:xfrm>
            <a:off x="5837455" y="4251902"/>
            <a:ext cx="151563" cy="151564"/>
          </a:xfrm>
          <a:prstGeom prst="roundRect">
            <a:avLst>
              <a:gd name="adj" fmla="val 6285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7" name="Shape 1594"/>
          <p:cNvSpPr/>
          <p:nvPr/>
        </p:nvSpPr>
        <p:spPr>
          <a:xfrm>
            <a:off x="6097278" y="4510320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8" name="Text 1595"/>
          <p:cNvSpPr/>
          <p:nvPr/>
        </p:nvSpPr>
        <p:spPr>
          <a:xfrm>
            <a:off x="6154428" y="4184658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689" name="Shape 1596"/>
          <p:cNvSpPr/>
          <p:nvPr/>
        </p:nvSpPr>
        <p:spPr>
          <a:xfrm>
            <a:off x="6400406" y="4510320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0" name="Shape 1597"/>
          <p:cNvSpPr/>
          <p:nvPr/>
        </p:nvSpPr>
        <p:spPr>
          <a:xfrm>
            <a:off x="6508666" y="4276260"/>
            <a:ext cx="64956" cy="64956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91" name="Text 1598"/>
          <p:cNvSpPr/>
          <p:nvPr/>
        </p:nvSpPr>
        <p:spPr>
          <a:xfrm>
            <a:off x="6638577" y="4227543"/>
            <a:ext cx="872586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1692" name="Shape 1599"/>
          <p:cNvSpPr/>
          <p:nvPr/>
        </p:nvSpPr>
        <p:spPr>
          <a:xfrm>
            <a:off x="7807783" y="4510320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3" name="Text 1600"/>
          <p:cNvSpPr/>
          <p:nvPr/>
        </p:nvSpPr>
        <p:spPr>
          <a:xfrm>
            <a:off x="7903033" y="4184658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1694" name="Shape 1601"/>
          <p:cNvSpPr/>
          <p:nvPr/>
        </p:nvSpPr>
        <p:spPr>
          <a:xfrm>
            <a:off x="13285726" y="4510320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5" name="Text 1602"/>
          <p:cNvSpPr/>
          <p:nvPr/>
        </p:nvSpPr>
        <p:spPr>
          <a:xfrm>
            <a:off x="13304776" y="4184658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1696" name="Shape 1603"/>
          <p:cNvSpPr/>
          <p:nvPr/>
        </p:nvSpPr>
        <p:spPr>
          <a:xfrm>
            <a:off x="14260064" y="4510320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7" name="Text 1604"/>
          <p:cNvSpPr/>
          <p:nvPr/>
        </p:nvSpPr>
        <p:spPr>
          <a:xfrm>
            <a:off x="14279114" y="4184658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1698" name="Shape 1605"/>
          <p:cNvSpPr/>
          <p:nvPr/>
        </p:nvSpPr>
        <p:spPr>
          <a:xfrm>
            <a:off x="14909622" y="4510320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9" name="Shape 1606"/>
          <p:cNvSpPr/>
          <p:nvPr/>
        </p:nvSpPr>
        <p:spPr>
          <a:xfrm>
            <a:off x="15017882" y="4195065"/>
            <a:ext cx="589001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00" name="Text 1607"/>
          <p:cNvSpPr/>
          <p:nvPr/>
        </p:nvSpPr>
        <p:spPr>
          <a:xfrm>
            <a:off x="15094082" y="4233165"/>
            <a:ext cx="50327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1701" name="Shape 1608"/>
          <p:cNvSpPr/>
          <p:nvPr/>
        </p:nvSpPr>
        <p:spPr>
          <a:xfrm>
            <a:off x="16100480" y="4510320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2" name="Text 1609"/>
          <p:cNvSpPr/>
          <p:nvPr/>
        </p:nvSpPr>
        <p:spPr>
          <a:xfrm>
            <a:off x="16119530" y="4184658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1703" name="Shape 1610"/>
          <p:cNvSpPr/>
          <p:nvPr/>
        </p:nvSpPr>
        <p:spPr>
          <a:xfrm>
            <a:off x="5729195" y="4519845"/>
            <a:ext cx="368083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04" name="Shape 1611"/>
          <p:cNvSpPr/>
          <p:nvPr/>
        </p:nvSpPr>
        <p:spPr>
          <a:xfrm>
            <a:off x="5729195" y="4921707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5" name="Shape 1612"/>
          <p:cNvSpPr/>
          <p:nvPr/>
        </p:nvSpPr>
        <p:spPr>
          <a:xfrm>
            <a:off x="5837455" y="4628104"/>
            <a:ext cx="151563" cy="151564"/>
          </a:xfrm>
          <a:prstGeom prst="roundRect">
            <a:avLst>
              <a:gd name="adj" fmla="val 6285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706" name="Shape 1613"/>
          <p:cNvSpPr/>
          <p:nvPr/>
        </p:nvSpPr>
        <p:spPr>
          <a:xfrm>
            <a:off x="6097278" y="4519845"/>
            <a:ext cx="303127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07" name="Shape 1614"/>
          <p:cNvSpPr/>
          <p:nvPr/>
        </p:nvSpPr>
        <p:spPr>
          <a:xfrm>
            <a:off x="6097278" y="4921707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8" name="Text 1615"/>
          <p:cNvSpPr/>
          <p:nvPr/>
        </p:nvSpPr>
        <p:spPr>
          <a:xfrm>
            <a:off x="6154428" y="4596045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709" name="Shape 1616"/>
          <p:cNvSpPr/>
          <p:nvPr/>
        </p:nvSpPr>
        <p:spPr>
          <a:xfrm>
            <a:off x="6400406" y="4519845"/>
            <a:ext cx="1407377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10" name="Shape 1617"/>
          <p:cNvSpPr/>
          <p:nvPr/>
        </p:nvSpPr>
        <p:spPr>
          <a:xfrm>
            <a:off x="6400406" y="4921707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1" name="Shape 1618"/>
          <p:cNvSpPr/>
          <p:nvPr/>
        </p:nvSpPr>
        <p:spPr>
          <a:xfrm>
            <a:off x="6508666" y="4687647"/>
            <a:ext cx="64956" cy="64956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712" name="Text 1619"/>
          <p:cNvSpPr/>
          <p:nvPr/>
        </p:nvSpPr>
        <p:spPr>
          <a:xfrm>
            <a:off x="6638577" y="4638931"/>
            <a:ext cx="70190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1713" name="Shape 1620"/>
          <p:cNvSpPr/>
          <p:nvPr/>
        </p:nvSpPr>
        <p:spPr>
          <a:xfrm>
            <a:off x="7807783" y="4519845"/>
            <a:ext cx="5477944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14" name="Shape 1621"/>
          <p:cNvSpPr/>
          <p:nvPr/>
        </p:nvSpPr>
        <p:spPr>
          <a:xfrm>
            <a:off x="7807783" y="4921707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5" name="Text 1622"/>
          <p:cNvSpPr/>
          <p:nvPr/>
        </p:nvSpPr>
        <p:spPr>
          <a:xfrm>
            <a:off x="7903033" y="4596045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1716" name="Shape 1623"/>
          <p:cNvSpPr/>
          <p:nvPr/>
        </p:nvSpPr>
        <p:spPr>
          <a:xfrm>
            <a:off x="13285726" y="4519845"/>
            <a:ext cx="974338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17" name="Shape 1624"/>
          <p:cNvSpPr/>
          <p:nvPr/>
        </p:nvSpPr>
        <p:spPr>
          <a:xfrm>
            <a:off x="13285726" y="4921707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8" name="Text 1625"/>
          <p:cNvSpPr/>
          <p:nvPr/>
        </p:nvSpPr>
        <p:spPr>
          <a:xfrm>
            <a:off x="13304776" y="4596045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1719" name="Shape 1626"/>
          <p:cNvSpPr/>
          <p:nvPr/>
        </p:nvSpPr>
        <p:spPr>
          <a:xfrm>
            <a:off x="14260064" y="4519845"/>
            <a:ext cx="649558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20" name="Shape 1627"/>
          <p:cNvSpPr/>
          <p:nvPr/>
        </p:nvSpPr>
        <p:spPr>
          <a:xfrm>
            <a:off x="14260064" y="4921707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1" name="Text 1628"/>
          <p:cNvSpPr/>
          <p:nvPr/>
        </p:nvSpPr>
        <p:spPr>
          <a:xfrm>
            <a:off x="14279114" y="4596045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1722" name="Shape 1629"/>
          <p:cNvSpPr/>
          <p:nvPr/>
        </p:nvSpPr>
        <p:spPr>
          <a:xfrm>
            <a:off x="14909622" y="4519845"/>
            <a:ext cx="1190858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23" name="Shape 1630"/>
          <p:cNvSpPr/>
          <p:nvPr/>
        </p:nvSpPr>
        <p:spPr>
          <a:xfrm>
            <a:off x="14909622" y="4921707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4" name="Shape 1631"/>
          <p:cNvSpPr/>
          <p:nvPr/>
        </p:nvSpPr>
        <p:spPr>
          <a:xfrm>
            <a:off x="15017882" y="4606453"/>
            <a:ext cx="731938" cy="227345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725" name="Text 1632"/>
          <p:cNvSpPr/>
          <p:nvPr/>
        </p:nvSpPr>
        <p:spPr>
          <a:xfrm>
            <a:off x="15094082" y="4644553"/>
            <a:ext cx="646213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1726" name="Shape 1633"/>
          <p:cNvSpPr/>
          <p:nvPr/>
        </p:nvSpPr>
        <p:spPr>
          <a:xfrm>
            <a:off x="16100480" y="4519845"/>
            <a:ext cx="866077" cy="41138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27" name="Shape 1634"/>
          <p:cNvSpPr/>
          <p:nvPr/>
        </p:nvSpPr>
        <p:spPr>
          <a:xfrm>
            <a:off x="16100480" y="4921707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8" name="Text 1635"/>
          <p:cNvSpPr/>
          <p:nvPr/>
        </p:nvSpPr>
        <p:spPr>
          <a:xfrm>
            <a:off x="16119530" y="4596045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1729" name="Shape 1636"/>
          <p:cNvSpPr/>
          <p:nvPr/>
        </p:nvSpPr>
        <p:spPr>
          <a:xfrm>
            <a:off x="5729195" y="4931232"/>
            <a:ext cx="368083" cy="2266351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30" name="Shape 1637"/>
          <p:cNvSpPr/>
          <p:nvPr/>
        </p:nvSpPr>
        <p:spPr>
          <a:xfrm>
            <a:off x="5729195" y="7188057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1" name="Shape 1638"/>
          <p:cNvSpPr/>
          <p:nvPr/>
        </p:nvSpPr>
        <p:spPr>
          <a:xfrm>
            <a:off x="6097278" y="4931232"/>
            <a:ext cx="10869278" cy="2266351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732" name="Shape 1639"/>
          <p:cNvSpPr/>
          <p:nvPr/>
        </p:nvSpPr>
        <p:spPr>
          <a:xfrm>
            <a:off x="6097278" y="7188057"/>
            <a:ext cx="1086927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3" name="Text 1640"/>
          <p:cNvSpPr/>
          <p:nvPr/>
        </p:nvSpPr>
        <p:spPr>
          <a:xfrm>
            <a:off x="6205538" y="4974536"/>
            <a:ext cx="628327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1734" name="Text 1641"/>
          <p:cNvSpPr/>
          <p:nvPr/>
        </p:nvSpPr>
        <p:spPr>
          <a:xfrm>
            <a:off x="6205538" y="5180229"/>
            <a:ext cx="6283277" cy="47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1735" name="Shape 1642"/>
          <p:cNvSpPr/>
          <p:nvPr/>
        </p:nvSpPr>
        <p:spPr>
          <a:xfrm>
            <a:off x="6205538" y="5721528"/>
            <a:ext cx="6100269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1736" name="Text 1643"/>
          <p:cNvSpPr/>
          <p:nvPr/>
        </p:nvSpPr>
        <p:spPr>
          <a:xfrm>
            <a:off x="6205538" y="5840614"/>
            <a:ext cx="149203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1737" name="Text 1644"/>
          <p:cNvSpPr/>
          <p:nvPr/>
        </p:nvSpPr>
        <p:spPr>
          <a:xfrm>
            <a:off x="6205538" y="6024656"/>
            <a:ext cx="1492035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1738" name="Text 1645"/>
          <p:cNvSpPr/>
          <p:nvPr/>
        </p:nvSpPr>
        <p:spPr>
          <a:xfrm>
            <a:off x="7772937" y="5840614"/>
            <a:ext cx="97475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1739" name="Text 1646"/>
          <p:cNvSpPr/>
          <p:nvPr/>
        </p:nvSpPr>
        <p:spPr>
          <a:xfrm>
            <a:off x="7772937" y="6024656"/>
            <a:ext cx="974756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1740" name="Text 1647"/>
          <p:cNvSpPr/>
          <p:nvPr/>
        </p:nvSpPr>
        <p:spPr>
          <a:xfrm>
            <a:off x="8823056" y="5840614"/>
            <a:ext cx="149203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1741" name="Text 1648"/>
          <p:cNvSpPr/>
          <p:nvPr/>
        </p:nvSpPr>
        <p:spPr>
          <a:xfrm>
            <a:off x="8823056" y="6024656"/>
            <a:ext cx="1492035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1742" name="Text 1649"/>
          <p:cNvSpPr/>
          <p:nvPr/>
        </p:nvSpPr>
        <p:spPr>
          <a:xfrm>
            <a:off x="10390454" y="5840614"/>
            <a:ext cx="1020090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1743" name="Text 1650"/>
          <p:cNvSpPr/>
          <p:nvPr/>
        </p:nvSpPr>
        <p:spPr>
          <a:xfrm>
            <a:off x="10390454" y="6024656"/>
            <a:ext cx="1020090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1744" name="Text 1651"/>
          <p:cNvSpPr/>
          <p:nvPr/>
        </p:nvSpPr>
        <p:spPr>
          <a:xfrm>
            <a:off x="12500674" y="4974536"/>
            <a:ext cx="4488179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1745" name="Shape 1652"/>
          <p:cNvSpPr/>
          <p:nvPr/>
        </p:nvSpPr>
        <p:spPr>
          <a:xfrm>
            <a:off x="12500674" y="5180229"/>
            <a:ext cx="2160966" cy="227345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746" name="Text 1653"/>
          <p:cNvSpPr/>
          <p:nvPr/>
        </p:nvSpPr>
        <p:spPr>
          <a:xfrm>
            <a:off x="12706367" y="5223533"/>
            <a:ext cx="1934039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1747" name="Text 1654"/>
          <p:cNvSpPr/>
          <p:nvPr/>
        </p:nvSpPr>
        <p:spPr>
          <a:xfrm>
            <a:off x="12500674" y="5472530"/>
            <a:ext cx="4488179" cy="23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1748" name="Shape 1655"/>
          <p:cNvSpPr/>
          <p:nvPr/>
        </p:nvSpPr>
        <p:spPr>
          <a:xfrm>
            <a:off x="12500674" y="5816932"/>
            <a:ext cx="1764126" cy="303127"/>
          </a:xfrm>
          <a:prstGeom prst="roundRect">
            <a:avLst>
              <a:gd name="adj" fmla="val 6284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749" name="Text 1656"/>
          <p:cNvSpPr/>
          <p:nvPr/>
        </p:nvSpPr>
        <p:spPr>
          <a:xfrm>
            <a:off x="12624964" y="5903540"/>
            <a:ext cx="1515546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1750" name="Shape 1657"/>
          <p:cNvSpPr/>
          <p:nvPr/>
        </p:nvSpPr>
        <p:spPr>
          <a:xfrm>
            <a:off x="14351408" y="5816932"/>
            <a:ext cx="1357983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51" name="Text 1658"/>
          <p:cNvSpPr/>
          <p:nvPr/>
        </p:nvSpPr>
        <p:spPr>
          <a:xfrm>
            <a:off x="14475698" y="5903540"/>
            <a:ext cx="1109404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1752" name="Shape 1659"/>
          <p:cNvSpPr/>
          <p:nvPr/>
        </p:nvSpPr>
        <p:spPr>
          <a:xfrm>
            <a:off x="15796000" y="5816932"/>
            <a:ext cx="882486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53" name="Text 1660"/>
          <p:cNvSpPr/>
          <p:nvPr/>
        </p:nvSpPr>
        <p:spPr>
          <a:xfrm>
            <a:off x="15920289" y="5903540"/>
            <a:ext cx="633907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1754" name="Shape 1661"/>
          <p:cNvSpPr/>
          <p:nvPr/>
        </p:nvSpPr>
        <p:spPr>
          <a:xfrm>
            <a:off x="12500674" y="6206667"/>
            <a:ext cx="1378958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55" name="Text 1662"/>
          <p:cNvSpPr/>
          <p:nvPr/>
        </p:nvSpPr>
        <p:spPr>
          <a:xfrm>
            <a:off x="12624964" y="6293275"/>
            <a:ext cx="1130379" cy="16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1756" name="Text 1663"/>
          <p:cNvSpPr/>
          <p:nvPr/>
        </p:nvSpPr>
        <p:spPr>
          <a:xfrm>
            <a:off x="12500674" y="6661358"/>
            <a:ext cx="4488179" cy="390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1757" name="Shape 1664"/>
          <p:cNvSpPr/>
          <p:nvPr/>
        </p:nvSpPr>
        <p:spPr>
          <a:xfrm>
            <a:off x="5729195" y="7599444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8" name="Shape 1665"/>
          <p:cNvSpPr/>
          <p:nvPr/>
        </p:nvSpPr>
        <p:spPr>
          <a:xfrm>
            <a:off x="5837455" y="7305842"/>
            <a:ext cx="151563" cy="151564"/>
          </a:xfrm>
          <a:prstGeom prst="roundRect">
            <a:avLst>
              <a:gd name="adj" fmla="val 6285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759" name="Shape 1666"/>
          <p:cNvSpPr/>
          <p:nvPr/>
        </p:nvSpPr>
        <p:spPr>
          <a:xfrm>
            <a:off x="6097278" y="7599444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0" name="Text 1667"/>
          <p:cNvSpPr/>
          <p:nvPr/>
        </p:nvSpPr>
        <p:spPr>
          <a:xfrm>
            <a:off x="6154428" y="7273782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761" name="Shape 1668"/>
          <p:cNvSpPr/>
          <p:nvPr/>
        </p:nvSpPr>
        <p:spPr>
          <a:xfrm>
            <a:off x="6400406" y="7599444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2" name="Shape 1669"/>
          <p:cNvSpPr/>
          <p:nvPr/>
        </p:nvSpPr>
        <p:spPr>
          <a:xfrm>
            <a:off x="6508666" y="7365385"/>
            <a:ext cx="64956" cy="64956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763" name="Text 1670"/>
          <p:cNvSpPr/>
          <p:nvPr/>
        </p:nvSpPr>
        <p:spPr>
          <a:xfrm>
            <a:off x="6638577" y="7316668"/>
            <a:ext cx="832665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1764" name="Shape 1671"/>
          <p:cNvSpPr/>
          <p:nvPr/>
        </p:nvSpPr>
        <p:spPr>
          <a:xfrm>
            <a:off x="7807783" y="7599444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5" name="Text 1672"/>
          <p:cNvSpPr/>
          <p:nvPr/>
        </p:nvSpPr>
        <p:spPr>
          <a:xfrm>
            <a:off x="7903033" y="7273782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1766" name="Shape 1673"/>
          <p:cNvSpPr/>
          <p:nvPr/>
        </p:nvSpPr>
        <p:spPr>
          <a:xfrm>
            <a:off x="13285726" y="7599444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7" name="Text 1674"/>
          <p:cNvSpPr/>
          <p:nvPr/>
        </p:nvSpPr>
        <p:spPr>
          <a:xfrm>
            <a:off x="13304776" y="7273782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1768" name="Shape 1675"/>
          <p:cNvSpPr/>
          <p:nvPr/>
        </p:nvSpPr>
        <p:spPr>
          <a:xfrm>
            <a:off x="14260064" y="7599444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9" name="Text 1676"/>
          <p:cNvSpPr/>
          <p:nvPr/>
        </p:nvSpPr>
        <p:spPr>
          <a:xfrm>
            <a:off x="14279114" y="7273782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1770" name="Shape 1677"/>
          <p:cNvSpPr/>
          <p:nvPr/>
        </p:nvSpPr>
        <p:spPr>
          <a:xfrm>
            <a:off x="14909622" y="759944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71" name="Shape 1678"/>
          <p:cNvSpPr/>
          <p:nvPr/>
        </p:nvSpPr>
        <p:spPr>
          <a:xfrm>
            <a:off x="15017882" y="7284190"/>
            <a:ext cx="589001" cy="227346"/>
          </a:xfrm>
          <a:prstGeom prst="roundRect">
            <a:avLst>
              <a:gd name="adj" fmla="val 8379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72" name="Text 1679"/>
          <p:cNvSpPr/>
          <p:nvPr/>
        </p:nvSpPr>
        <p:spPr>
          <a:xfrm>
            <a:off x="15094082" y="7322290"/>
            <a:ext cx="503276" cy="189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1773" name="Shape 1680"/>
          <p:cNvSpPr/>
          <p:nvPr/>
        </p:nvSpPr>
        <p:spPr>
          <a:xfrm>
            <a:off x="16100480" y="7599444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74" name="Text 1681"/>
          <p:cNvSpPr/>
          <p:nvPr/>
        </p:nvSpPr>
        <p:spPr>
          <a:xfrm>
            <a:off x="16119530" y="7273782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1775" name="Shape 1682"/>
          <p:cNvSpPr/>
          <p:nvPr/>
        </p:nvSpPr>
        <p:spPr>
          <a:xfrm>
            <a:off x="5729195" y="8010831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76" name="Shape 1683"/>
          <p:cNvSpPr/>
          <p:nvPr/>
        </p:nvSpPr>
        <p:spPr>
          <a:xfrm>
            <a:off x="5837455" y="7752413"/>
            <a:ext cx="151563" cy="151563"/>
          </a:xfrm>
          <a:prstGeom prst="roundRect">
            <a:avLst>
              <a:gd name="adj" fmla="val 6285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77" name="Shape 1684"/>
          <p:cNvSpPr/>
          <p:nvPr/>
        </p:nvSpPr>
        <p:spPr>
          <a:xfrm>
            <a:off x="6097278" y="8010831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78" name="Text 1685"/>
          <p:cNvSpPr/>
          <p:nvPr/>
        </p:nvSpPr>
        <p:spPr>
          <a:xfrm>
            <a:off x="6154428" y="7685169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779" name="Shape 1686"/>
          <p:cNvSpPr/>
          <p:nvPr/>
        </p:nvSpPr>
        <p:spPr>
          <a:xfrm>
            <a:off x="6400406" y="8010831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80" name="Shape 1687"/>
          <p:cNvSpPr/>
          <p:nvPr/>
        </p:nvSpPr>
        <p:spPr>
          <a:xfrm>
            <a:off x="6508666" y="7776772"/>
            <a:ext cx="64956" cy="64956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81" name="Text 1688"/>
          <p:cNvSpPr/>
          <p:nvPr/>
        </p:nvSpPr>
        <p:spPr>
          <a:xfrm>
            <a:off x="6638577" y="7728055"/>
            <a:ext cx="815072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1782" name="Shape 1689"/>
          <p:cNvSpPr/>
          <p:nvPr/>
        </p:nvSpPr>
        <p:spPr>
          <a:xfrm>
            <a:off x="7807783" y="8010831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83" name="Text 1690"/>
          <p:cNvSpPr/>
          <p:nvPr/>
        </p:nvSpPr>
        <p:spPr>
          <a:xfrm>
            <a:off x="7903033" y="7685169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1784" name="Shape 1691"/>
          <p:cNvSpPr/>
          <p:nvPr/>
        </p:nvSpPr>
        <p:spPr>
          <a:xfrm>
            <a:off x="13285726" y="8010831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85" name="Text 1692"/>
          <p:cNvSpPr/>
          <p:nvPr/>
        </p:nvSpPr>
        <p:spPr>
          <a:xfrm>
            <a:off x="13304776" y="7685169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1786" name="Shape 1693"/>
          <p:cNvSpPr/>
          <p:nvPr/>
        </p:nvSpPr>
        <p:spPr>
          <a:xfrm>
            <a:off x="14260064" y="8010831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87" name="Text 1694"/>
          <p:cNvSpPr/>
          <p:nvPr/>
        </p:nvSpPr>
        <p:spPr>
          <a:xfrm>
            <a:off x="14279114" y="7685169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1788" name="Shape 1695"/>
          <p:cNvSpPr/>
          <p:nvPr/>
        </p:nvSpPr>
        <p:spPr>
          <a:xfrm>
            <a:off x="14909622" y="8010831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89" name="Shape 1696"/>
          <p:cNvSpPr/>
          <p:nvPr/>
        </p:nvSpPr>
        <p:spPr>
          <a:xfrm>
            <a:off x="15017882" y="7695577"/>
            <a:ext cx="589001" cy="227346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90" name="Text 1697"/>
          <p:cNvSpPr/>
          <p:nvPr/>
        </p:nvSpPr>
        <p:spPr>
          <a:xfrm>
            <a:off x="15094082" y="7733677"/>
            <a:ext cx="503276" cy="189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1791" name="Shape 1698"/>
          <p:cNvSpPr/>
          <p:nvPr/>
        </p:nvSpPr>
        <p:spPr>
          <a:xfrm>
            <a:off x="16100480" y="8010831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92" name="Text 1699"/>
          <p:cNvSpPr/>
          <p:nvPr/>
        </p:nvSpPr>
        <p:spPr>
          <a:xfrm>
            <a:off x="16119530" y="7685169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1793" name="Shape 1700"/>
          <p:cNvSpPr/>
          <p:nvPr/>
        </p:nvSpPr>
        <p:spPr>
          <a:xfrm>
            <a:off x="5729195" y="8422218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94" name="Shape 1701"/>
          <p:cNvSpPr/>
          <p:nvPr/>
        </p:nvSpPr>
        <p:spPr>
          <a:xfrm>
            <a:off x="5837455" y="8128616"/>
            <a:ext cx="151563" cy="151563"/>
          </a:xfrm>
          <a:prstGeom prst="roundRect">
            <a:avLst>
              <a:gd name="adj" fmla="val 6285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795" name="Shape 1702"/>
          <p:cNvSpPr/>
          <p:nvPr/>
        </p:nvSpPr>
        <p:spPr>
          <a:xfrm>
            <a:off x="6097278" y="8422218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96" name="Text 1703"/>
          <p:cNvSpPr/>
          <p:nvPr/>
        </p:nvSpPr>
        <p:spPr>
          <a:xfrm>
            <a:off x="6154428" y="8096556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797" name="Shape 1704"/>
          <p:cNvSpPr/>
          <p:nvPr/>
        </p:nvSpPr>
        <p:spPr>
          <a:xfrm>
            <a:off x="6400406" y="8422218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98" name="Shape 1705"/>
          <p:cNvSpPr/>
          <p:nvPr/>
        </p:nvSpPr>
        <p:spPr>
          <a:xfrm>
            <a:off x="6508666" y="8188159"/>
            <a:ext cx="64956" cy="64956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799" name="Text 1706"/>
          <p:cNvSpPr/>
          <p:nvPr/>
        </p:nvSpPr>
        <p:spPr>
          <a:xfrm>
            <a:off x="6638577" y="8139442"/>
            <a:ext cx="58129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1800" name="Shape 1707"/>
          <p:cNvSpPr/>
          <p:nvPr/>
        </p:nvSpPr>
        <p:spPr>
          <a:xfrm>
            <a:off x="7807783" y="8422218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01" name="Text 1708"/>
          <p:cNvSpPr/>
          <p:nvPr/>
        </p:nvSpPr>
        <p:spPr>
          <a:xfrm>
            <a:off x="7903033" y="8096556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1802" name="Shape 1709"/>
          <p:cNvSpPr/>
          <p:nvPr/>
        </p:nvSpPr>
        <p:spPr>
          <a:xfrm>
            <a:off x="13285726" y="8422218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03" name="Text 1710"/>
          <p:cNvSpPr/>
          <p:nvPr/>
        </p:nvSpPr>
        <p:spPr>
          <a:xfrm>
            <a:off x="13304776" y="8096556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1804" name="Shape 1711"/>
          <p:cNvSpPr/>
          <p:nvPr/>
        </p:nvSpPr>
        <p:spPr>
          <a:xfrm>
            <a:off x="14260064" y="8422218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05" name="Text 1712"/>
          <p:cNvSpPr/>
          <p:nvPr/>
        </p:nvSpPr>
        <p:spPr>
          <a:xfrm>
            <a:off x="14279114" y="8096556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1806" name="Shape 1713"/>
          <p:cNvSpPr/>
          <p:nvPr/>
        </p:nvSpPr>
        <p:spPr>
          <a:xfrm>
            <a:off x="14909622" y="8422218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07" name="Shape 1714"/>
          <p:cNvSpPr/>
          <p:nvPr/>
        </p:nvSpPr>
        <p:spPr>
          <a:xfrm>
            <a:off x="15017882" y="8106964"/>
            <a:ext cx="731938" cy="227345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808" name="Text 1715"/>
          <p:cNvSpPr/>
          <p:nvPr/>
        </p:nvSpPr>
        <p:spPr>
          <a:xfrm>
            <a:off x="15094082" y="8145064"/>
            <a:ext cx="646213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1809" name="Shape 1716"/>
          <p:cNvSpPr/>
          <p:nvPr/>
        </p:nvSpPr>
        <p:spPr>
          <a:xfrm>
            <a:off x="16100480" y="8422218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0" name="Text 1717"/>
          <p:cNvSpPr/>
          <p:nvPr/>
        </p:nvSpPr>
        <p:spPr>
          <a:xfrm>
            <a:off x="16119530" y="8096556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1811" name="Shape 1718"/>
          <p:cNvSpPr/>
          <p:nvPr/>
        </p:nvSpPr>
        <p:spPr>
          <a:xfrm>
            <a:off x="5729195" y="8833606"/>
            <a:ext cx="36808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2" name="Shape 1719"/>
          <p:cNvSpPr/>
          <p:nvPr/>
        </p:nvSpPr>
        <p:spPr>
          <a:xfrm>
            <a:off x="5837455" y="8575188"/>
            <a:ext cx="151563" cy="151563"/>
          </a:xfrm>
          <a:prstGeom prst="roundRect">
            <a:avLst>
              <a:gd name="adj" fmla="val 6285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813" name="Shape 1720"/>
          <p:cNvSpPr/>
          <p:nvPr/>
        </p:nvSpPr>
        <p:spPr>
          <a:xfrm>
            <a:off x="6097278" y="8833606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4" name="Text 1721"/>
          <p:cNvSpPr/>
          <p:nvPr/>
        </p:nvSpPr>
        <p:spPr>
          <a:xfrm>
            <a:off x="6154428" y="8507943"/>
            <a:ext cx="18882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815" name="Shape 1722"/>
          <p:cNvSpPr/>
          <p:nvPr/>
        </p:nvSpPr>
        <p:spPr>
          <a:xfrm>
            <a:off x="6400406" y="8833606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6" name="Shape 1723"/>
          <p:cNvSpPr/>
          <p:nvPr/>
        </p:nvSpPr>
        <p:spPr>
          <a:xfrm>
            <a:off x="6508666" y="8599546"/>
            <a:ext cx="64956" cy="64956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817" name="Text 1724"/>
          <p:cNvSpPr/>
          <p:nvPr/>
        </p:nvSpPr>
        <p:spPr>
          <a:xfrm>
            <a:off x="6638577" y="8550829"/>
            <a:ext cx="922656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1818" name="Shape 1725"/>
          <p:cNvSpPr/>
          <p:nvPr/>
        </p:nvSpPr>
        <p:spPr>
          <a:xfrm>
            <a:off x="7807783" y="8833606"/>
            <a:ext cx="54779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9" name="Text 1726"/>
          <p:cNvSpPr/>
          <p:nvPr/>
        </p:nvSpPr>
        <p:spPr>
          <a:xfrm>
            <a:off x="7903033" y="8507943"/>
            <a:ext cx="5451782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1820" name="Shape 1727"/>
          <p:cNvSpPr/>
          <p:nvPr/>
        </p:nvSpPr>
        <p:spPr>
          <a:xfrm>
            <a:off x="13285726" y="8833606"/>
            <a:ext cx="9743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21" name="Text 1728"/>
          <p:cNvSpPr/>
          <p:nvPr/>
        </p:nvSpPr>
        <p:spPr>
          <a:xfrm>
            <a:off x="13304776" y="8507943"/>
            <a:ext cx="86003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1822" name="Shape 1729"/>
          <p:cNvSpPr/>
          <p:nvPr/>
        </p:nvSpPr>
        <p:spPr>
          <a:xfrm>
            <a:off x="14260064" y="8833606"/>
            <a:ext cx="6495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23" name="Text 1730"/>
          <p:cNvSpPr/>
          <p:nvPr/>
        </p:nvSpPr>
        <p:spPr>
          <a:xfrm>
            <a:off x="14279114" y="8507943"/>
            <a:ext cx="535258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1824" name="Shape 1731"/>
          <p:cNvSpPr/>
          <p:nvPr/>
        </p:nvSpPr>
        <p:spPr>
          <a:xfrm>
            <a:off x="14909622" y="8833606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25" name="Shape 1732"/>
          <p:cNvSpPr/>
          <p:nvPr/>
        </p:nvSpPr>
        <p:spPr>
          <a:xfrm>
            <a:off x="15017882" y="8518351"/>
            <a:ext cx="589001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826" name="Text 1733"/>
          <p:cNvSpPr/>
          <p:nvPr/>
        </p:nvSpPr>
        <p:spPr>
          <a:xfrm>
            <a:off x="15094082" y="8556451"/>
            <a:ext cx="50327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1827" name="Shape 1734"/>
          <p:cNvSpPr/>
          <p:nvPr/>
        </p:nvSpPr>
        <p:spPr>
          <a:xfrm>
            <a:off x="16100480" y="8833606"/>
            <a:ext cx="8660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28" name="Text 1735"/>
          <p:cNvSpPr/>
          <p:nvPr/>
        </p:nvSpPr>
        <p:spPr>
          <a:xfrm>
            <a:off x="16119530" y="8507943"/>
            <a:ext cx="751777" cy="287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1829" name="Shape 1736"/>
          <p:cNvSpPr/>
          <p:nvPr/>
        </p:nvSpPr>
        <p:spPr>
          <a:xfrm>
            <a:off x="5729195" y="8843131"/>
            <a:ext cx="1123736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30" name="Text 1737"/>
          <p:cNvSpPr/>
          <p:nvPr/>
        </p:nvSpPr>
        <p:spPr>
          <a:xfrm>
            <a:off x="5880759" y="8962216"/>
            <a:ext cx="2705278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1831" name="Text 1738"/>
          <p:cNvSpPr/>
          <p:nvPr/>
        </p:nvSpPr>
        <p:spPr>
          <a:xfrm>
            <a:off x="15501668" y="8962216"/>
            <a:ext cx="1389527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sp>
        <p:nvSpPr>
          <p:cNvPr id="1832" name="Text 1739"/>
          <p:cNvSpPr/>
          <p:nvPr/>
        </p:nvSpPr>
        <p:spPr>
          <a:xfrm>
            <a:off x="9680674" y="10139363"/>
            <a:ext cx="121265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 4/7</a:t>
            </a:r>
            <a:endParaRPr lang="en-US" sz="1050" dirty="0"/>
          </a:p>
        </p:txBody>
      </p:sp>
      <p:sp>
        <p:nvSpPr>
          <p:cNvPr id="1833" name="Shape 1740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834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835" name="Shape 1741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836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837" name="Shape 1742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38" name="Shape 1743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39" name="Shape 1744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40" name="Shape 1745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41" name="Shape 1746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42" name="Shape 1747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43" name="Shape 1748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54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49" name="Text 1462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0" name="Text 1463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551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2" name="Text 1464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3" name="Text 1465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554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5" name="Text 1466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6" name="Text 1467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557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58" name="Text 1468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59" name="Text 1469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1560" name="Shape 1470"/>
          <p:cNvSpPr/>
          <p:nvPr/>
        </p:nvSpPr>
        <p:spPr>
          <a:xfrm>
            <a:off x="3358307" y="3956894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61" name="Shape 1471"/>
          <p:cNvSpPr/>
          <p:nvPr/>
        </p:nvSpPr>
        <p:spPr>
          <a:xfrm>
            <a:off x="3358307" y="3956894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6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3" name="Text 1472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4" name="Text 1473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56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6" name="Text 1474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7" name="Text 1475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8" name="Text 1476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4162019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4162019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1582" name="Shape 1489"/>
          <p:cNvSpPr/>
          <p:nvPr/>
        </p:nvSpPr>
        <p:spPr>
          <a:xfrm>
            <a:off x="14396572" y="1602244"/>
            <a:ext cx="828865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3" name="Text 1490"/>
          <p:cNvSpPr/>
          <p:nvPr/>
        </p:nvSpPr>
        <p:spPr>
          <a:xfrm>
            <a:off x="14520863" y="1688852"/>
            <a:ext cx="580284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1584" name="Shape 1491"/>
          <p:cNvSpPr/>
          <p:nvPr/>
        </p:nvSpPr>
        <p:spPr>
          <a:xfrm>
            <a:off x="15312044" y="1602244"/>
            <a:ext cx="1665339" cy="303127"/>
          </a:xfrm>
          <a:prstGeom prst="roundRect">
            <a:avLst>
              <a:gd name="adj" fmla="val 6284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85" name="Text 1492"/>
          <p:cNvSpPr/>
          <p:nvPr/>
        </p:nvSpPr>
        <p:spPr>
          <a:xfrm>
            <a:off x="15436333" y="1688852"/>
            <a:ext cx="1416761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1586" name="Shape 1493"/>
          <p:cNvSpPr/>
          <p:nvPr/>
        </p:nvSpPr>
        <p:spPr>
          <a:xfrm>
            <a:off x="5718370" y="2300520"/>
            <a:ext cx="2518223" cy="1309943"/>
          </a:xfrm>
          <a:prstGeom prst="roundRect">
            <a:avLst>
              <a:gd name="adj" fmla="val 145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87" name="Text 1494"/>
          <p:cNvSpPr/>
          <p:nvPr/>
        </p:nvSpPr>
        <p:spPr>
          <a:xfrm>
            <a:off x="5880759" y="2462910"/>
            <a:ext cx="2269644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1588" name="Text 1495"/>
          <p:cNvSpPr/>
          <p:nvPr/>
        </p:nvSpPr>
        <p:spPr>
          <a:xfrm>
            <a:off x="5880759" y="2668603"/>
            <a:ext cx="2269644" cy="817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1589" name="Shape 1496"/>
          <p:cNvSpPr/>
          <p:nvPr/>
        </p:nvSpPr>
        <p:spPr>
          <a:xfrm>
            <a:off x="8409808" y="2300520"/>
            <a:ext cx="2518392" cy="1309943"/>
          </a:xfrm>
          <a:prstGeom prst="roundRect">
            <a:avLst>
              <a:gd name="adj" fmla="val 145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0" name="Text 1497"/>
          <p:cNvSpPr/>
          <p:nvPr/>
        </p:nvSpPr>
        <p:spPr>
          <a:xfrm>
            <a:off x="8572198" y="2462910"/>
            <a:ext cx="2269814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1591" name="Text 1498"/>
          <p:cNvSpPr/>
          <p:nvPr/>
        </p:nvSpPr>
        <p:spPr>
          <a:xfrm>
            <a:off x="8572198" y="2668603"/>
            <a:ext cx="2269814" cy="427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1592" name="Shape 1499"/>
          <p:cNvSpPr/>
          <p:nvPr/>
        </p:nvSpPr>
        <p:spPr>
          <a:xfrm>
            <a:off x="11101417" y="2300520"/>
            <a:ext cx="2518223" cy="1309943"/>
          </a:xfrm>
          <a:prstGeom prst="roundRect">
            <a:avLst>
              <a:gd name="adj" fmla="val 145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3" name="Text 1500"/>
          <p:cNvSpPr/>
          <p:nvPr/>
        </p:nvSpPr>
        <p:spPr>
          <a:xfrm>
            <a:off x="11263805" y="2462910"/>
            <a:ext cx="226964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1594" name="Text 1501"/>
          <p:cNvSpPr/>
          <p:nvPr/>
        </p:nvSpPr>
        <p:spPr>
          <a:xfrm>
            <a:off x="11263805" y="2668603"/>
            <a:ext cx="2269645" cy="427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1595" name="Shape 1502"/>
          <p:cNvSpPr/>
          <p:nvPr/>
        </p:nvSpPr>
        <p:spPr>
          <a:xfrm>
            <a:off x="13792856" y="2300520"/>
            <a:ext cx="3022139" cy="1309943"/>
          </a:xfrm>
          <a:prstGeom prst="roundRect">
            <a:avLst>
              <a:gd name="adj" fmla="val 145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6" name="Text 1503"/>
          <p:cNvSpPr/>
          <p:nvPr/>
        </p:nvSpPr>
        <p:spPr>
          <a:xfrm>
            <a:off x="13955245" y="2462910"/>
            <a:ext cx="2778281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1597" name="Text 1504"/>
          <p:cNvSpPr/>
          <p:nvPr/>
        </p:nvSpPr>
        <p:spPr>
          <a:xfrm>
            <a:off x="13955245" y="2733559"/>
            <a:ext cx="535966" cy="35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1598" name="Text 1505"/>
          <p:cNvSpPr/>
          <p:nvPr/>
        </p:nvSpPr>
        <p:spPr>
          <a:xfrm>
            <a:off x="13955245" y="3090816"/>
            <a:ext cx="535966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599" name="Text 1506"/>
          <p:cNvSpPr/>
          <p:nvPr/>
        </p:nvSpPr>
        <p:spPr>
          <a:xfrm>
            <a:off x="14523270" y="2733559"/>
            <a:ext cx="404531" cy="35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1600" name="Text 1507"/>
          <p:cNvSpPr/>
          <p:nvPr/>
        </p:nvSpPr>
        <p:spPr>
          <a:xfrm>
            <a:off x="14523270" y="3090816"/>
            <a:ext cx="404531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1601" name="Text 1508"/>
          <p:cNvSpPr/>
          <p:nvPr/>
        </p:nvSpPr>
        <p:spPr>
          <a:xfrm>
            <a:off x="14959861" y="2733559"/>
            <a:ext cx="338899" cy="35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1602" name="Text 1509"/>
          <p:cNvSpPr/>
          <p:nvPr/>
        </p:nvSpPr>
        <p:spPr>
          <a:xfrm>
            <a:off x="14959861" y="3090816"/>
            <a:ext cx="338899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603" name="Text 1510"/>
          <p:cNvSpPr/>
          <p:nvPr/>
        </p:nvSpPr>
        <p:spPr>
          <a:xfrm>
            <a:off x="15330820" y="2733559"/>
            <a:ext cx="273267" cy="352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1604" name="Text 1511"/>
          <p:cNvSpPr/>
          <p:nvPr/>
        </p:nvSpPr>
        <p:spPr>
          <a:xfrm>
            <a:off x="15330820" y="3090816"/>
            <a:ext cx="27326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605" name="Shape 1512"/>
          <p:cNvSpPr/>
          <p:nvPr/>
        </p:nvSpPr>
        <p:spPr>
          <a:xfrm>
            <a:off x="5718370" y="3783678"/>
            <a:ext cx="11096625" cy="5986765"/>
          </a:xfrm>
          <a:prstGeom prst="roundRect">
            <a:avLst>
              <a:gd name="adj" fmla="val 31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06" name="Shape 1513"/>
          <p:cNvSpPr/>
          <p:nvPr/>
        </p:nvSpPr>
        <p:spPr>
          <a:xfrm>
            <a:off x="5729195" y="4185540"/>
            <a:ext cx="1107497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07" name="Text 1514"/>
          <p:cNvSpPr/>
          <p:nvPr/>
        </p:nvSpPr>
        <p:spPr>
          <a:xfrm>
            <a:off x="5880759" y="3913590"/>
            <a:ext cx="1532125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1608" name="Text 1515"/>
          <p:cNvSpPr/>
          <p:nvPr/>
        </p:nvSpPr>
        <p:spPr>
          <a:xfrm>
            <a:off x="7444943" y="3924416"/>
            <a:ext cx="1520791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1609" name="Shape 1516"/>
          <p:cNvSpPr/>
          <p:nvPr/>
        </p:nvSpPr>
        <p:spPr>
          <a:xfrm>
            <a:off x="5880759" y="4346629"/>
            <a:ext cx="4817559" cy="40056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10" name="Shape 1517"/>
          <p:cNvSpPr/>
          <p:nvPr/>
        </p:nvSpPr>
        <p:spPr>
          <a:xfrm>
            <a:off x="5880759" y="4737665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1" name="Text 1518"/>
          <p:cNvSpPr/>
          <p:nvPr/>
        </p:nvSpPr>
        <p:spPr>
          <a:xfrm>
            <a:off x="5976009" y="4422829"/>
            <a:ext cx="4771586" cy="27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1612" name="Shape 1519"/>
          <p:cNvSpPr/>
          <p:nvPr/>
        </p:nvSpPr>
        <p:spPr>
          <a:xfrm>
            <a:off x="10698318" y="4346629"/>
            <a:ext cx="1082598" cy="40056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13" name="Shape 1520"/>
          <p:cNvSpPr/>
          <p:nvPr/>
        </p:nvSpPr>
        <p:spPr>
          <a:xfrm>
            <a:off x="10698318" y="4737665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4" name="Text 1521"/>
          <p:cNvSpPr/>
          <p:nvPr/>
        </p:nvSpPr>
        <p:spPr>
          <a:xfrm>
            <a:off x="10793568" y="4422829"/>
            <a:ext cx="968298" cy="27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1615" name="Shape 1522"/>
          <p:cNvSpPr/>
          <p:nvPr/>
        </p:nvSpPr>
        <p:spPr>
          <a:xfrm>
            <a:off x="11780916" y="4346629"/>
            <a:ext cx="1082597" cy="40056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16" name="Shape 1523"/>
          <p:cNvSpPr/>
          <p:nvPr/>
        </p:nvSpPr>
        <p:spPr>
          <a:xfrm>
            <a:off x="11780916" y="4737665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7" name="Text 1524"/>
          <p:cNvSpPr/>
          <p:nvPr/>
        </p:nvSpPr>
        <p:spPr>
          <a:xfrm>
            <a:off x="11876166" y="4422829"/>
            <a:ext cx="968297" cy="27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1618" name="Shape 1525"/>
          <p:cNvSpPr/>
          <p:nvPr/>
        </p:nvSpPr>
        <p:spPr>
          <a:xfrm>
            <a:off x="12863513" y="4346629"/>
            <a:ext cx="1190858" cy="40056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19" name="Shape 1526"/>
          <p:cNvSpPr/>
          <p:nvPr/>
        </p:nvSpPr>
        <p:spPr>
          <a:xfrm>
            <a:off x="12863513" y="4737665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0" name="Text 1527"/>
          <p:cNvSpPr/>
          <p:nvPr/>
        </p:nvSpPr>
        <p:spPr>
          <a:xfrm>
            <a:off x="12958763" y="4422829"/>
            <a:ext cx="1076558" cy="27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1621" name="Shape 1528"/>
          <p:cNvSpPr/>
          <p:nvPr/>
        </p:nvSpPr>
        <p:spPr>
          <a:xfrm>
            <a:off x="14054370" y="4346629"/>
            <a:ext cx="1407377" cy="40056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22" name="Shape 1529"/>
          <p:cNvSpPr/>
          <p:nvPr/>
        </p:nvSpPr>
        <p:spPr>
          <a:xfrm>
            <a:off x="14054370" y="4737665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3" name="Text 1530"/>
          <p:cNvSpPr/>
          <p:nvPr/>
        </p:nvSpPr>
        <p:spPr>
          <a:xfrm>
            <a:off x="14149620" y="4422829"/>
            <a:ext cx="1293077" cy="276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1624" name="Shape 1531"/>
          <p:cNvSpPr/>
          <p:nvPr/>
        </p:nvSpPr>
        <p:spPr>
          <a:xfrm>
            <a:off x="15461747" y="4346629"/>
            <a:ext cx="1190858" cy="40056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25" name="Shape 1532"/>
          <p:cNvSpPr/>
          <p:nvPr/>
        </p:nvSpPr>
        <p:spPr>
          <a:xfrm>
            <a:off x="15461747" y="4737665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6" name="Shape 1533"/>
          <p:cNvSpPr/>
          <p:nvPr/>
        </p:nvSpPr>
        <p:spPr>
          <a:xfrm>
            <a:off x="5880759" y="5289790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7" name="Text 1534"/>
          <p:cNvSpPr/>
          <p:nvPr/>
        </p:nvSpPr>
        <p:spPr>
          <a:xfrm>
            <a:off x="5989019" y="4833798"/>
            <a:ext cx="1428432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1628" name="Text 1535"/>
          <p:cNvSpPr/>
          <p:nvPr/>
        </p:nvSpPr>
        <p:spPr>
          <a:xfrm>
            <a:off x="5989019" y="5050317"/>
            <a:ext cx="4739071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1629" name="Shape 1536"/>
          <p:cNvSpPr/>
          <p:nvPr/>
        </p:nvSpPr>
        <p:spPr>
          <a:xfrm>
            <a:off x="10698318" y="5289790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0" name="Text 1537"/>
          <p:cNvSpPr/>
          <p:nvPr/>
        </p:nvSpPr>
        <p:spPr>
          <a:xfrm>
            <a:off x="10806578" y="4882515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1631" name="Shape 1538"/>
          <p:cNvSpPr/>
          <p:nvPr/>
        </p:nvSpPr>
        <p:spPr>
          <a:xfrm>
            <a:off x="10806578" y="5088209"/>
            <a:ext cx="866079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32" name="Shape 1539"/>
          <p:cNvSpPr/>
          <p:nvPr/>
        </p:nvSpPr>
        <p:spPr>
          <a:xfrm>
            <a:off x="10817404" y="5099034"/>
            <a:ext cx="42542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33" name="Shape 1540"/>
          <p:cNvSpPr/>
          <p:nvPr/>
        </p:nvSpPr>
        <p:spPr>
          <a:xfrm>
            <a:off x="11780916" y="5289790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4" name="Text 1541"/>
          <p:cNvSpPr/>
          <p:nvPr/>
        </p:nvSpPr>
        <p:spPr>
          <a:xfrm>
            <a:off x="11799966" y="4823390"/>
            <a:ext cx="968297" cy="42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1635" name="Shape 1542"/>
          <p:cNvSpPr/>
          <p:nvPr/>
        </p:nvSpPr>
        <p:spPr>
          <a:xfrm>
            <a:off x="12863513" y="5289790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6" name="Text 1543"/>
          <p:cNvSpPr/>
          <p:nvPr/>
        </p:nvSpPr>
        <p:spPr>
          <a:xfrm>
            <a:off x="12971773" y="4882515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1637" name="Shape 1544"/>
          <p:cNvSpPr/>
          <p:nvPr/>
        </p:nvSpPr>
        <p:spPr>
          <a:xfrm>
            <a:off x="12971773" y="5088209"/>
            <a:ext cx="97433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38" name="Shape 1545"/>
          <p:cNvSpPr/>
          <p:nvPr/>
        </p:nvSpPr>
        <p:spPr>
          <a:xfrm>
            <a:off x="12982598" y="5099034"/>
            <a:ext cx="500025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639" name="Shape 1546"/>
          <p:cNvSpPr/>
          <p:nvPr/>
        </p:nvSpPr>
        <p:spPr>
          <a:xfrm>
            <a:off x="14054370" y="5289790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0" name="Shape 1547"/>
          <p:cNvSpPr/>
          <p:nvPr/>
        </p:nvSpPr>
        <p:spPr>
          <a:xfrm>
            <a:off x="14162630" y="4904167"/>
            <a:ext cx="803322" cy="227345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41" name="Text 1548"/>
          <p:cNvSpPr/>
          <p:nvPr/>
        </p:nvSpPr>
        <p:spPr>
          <a:xfrm>
            <a:off x="14238830" y="4942267"/>
            <a:ext cx="717597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642" name="Shape 1549"/>
          <p:cNvSpPr/>
          <p:nvPr/>
        </p:nvSpPr>
        <p:spPr>
          <a:xfrm>
            <a:off x="15461747" y="5289790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3" name="Shape 1550"/>
          <p:cNvSpPr/>
          <p:nvPr/>
        </p:nvSpPr>
        <p:spPr>
          <a:xfrm>
            <a:off x="15570007" y="4893341"/>
            <a:ext cx="545359" cy="248998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44" name="Text 1551"/>
          <p:cNvSpPr/>
          <p:nvPr/>
        </p:nvSpPr>
        <p:spPr>
          <a:xfrm>
            <a:off x="15650992" y="4958297"/>
            <a:ext cx="38338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645" name="Shape 1552"/>
          <p:cNvSpPr/>
          <p:nvPr/>
        </p:nvSpPr>
        <p:spPr>
          <a:xfrm>
            <a:off x="5880759" y="5841914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6" name="Text 1553"/>
          <p:cNvSpPr/>
          <p:nvPr/>
        </p:nvSpPr>
        <p:spPr>
          <a:xfrm>
            <a:off x="5989019" y="5385922"/>
            <a:ext cx="1199902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1647" name="Text 1554"/>
          <p:cNvSpPr/>
          <p:nvPr/>
        </p:nvSpPr>
        <p:spPr>
          <a:xfrm>
            <a:off x="5989019" y="5602442"/>
            <a:ext cx="4739071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1648" name="Shape 1555"/>
          <p:cNvSpPr/>
          <p:nvPr/>
        </p:nvSpPr>
        <p:spPr>
          <a:xfrm>
            <a:off x="10698318" y="5841914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9" name="Text 1556"/>
          <p:cNvSpPr/>
          <p:nvPr/>
        </p:nvSpPr>
        <p:spPr>
          <a:xfrm>
            <a:off x="10806578" y="5434640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1650" name="Shape 1557"/>
          <p:cNvSpPr/>
          <p:nvPr/>
        </p:nvSpPr>
        <p:spPr>
          <a:xfrm>
            <a:off x="10806578" y="5640334"/>
            <a:ext cx="866079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51" name="Shape 1558"/>
          <p:cNvSpPr/>
          <p:nvPr/>
        </p:nvSpPr>
        <p:spPr>
          <a:xfrm>
            <a:off x="10817404" y="5651159"/>
            <a:ext cx="111305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52" name="Shape 1559"/>
          <p:cNvSpPr/>
          <p:nvPr/>
        </p:nvSpPr>
        <p:spPr>
          <a:xfrm>
            <a:off x="11780916" y="5841914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3" name="Text 1560"/>
          <p:cNvSpPr/>
          <p:nvPr/>
        </p:nvSpPr>
        <p:spPr>
          <a:xfrm>
            <a:off x="11799966" y="5375515"/>
            <a:ext cx="968297" cy="428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1654" name="Shape 1561"/>
          <p:cNvSpPr/>
          <p:nvPr/>
        </p:nvSpPr>
        <p:spPr>
          <a:xfrm>
            <a:off x="12863513" y="584191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5" name="Text 1562"/>
          <p:cNvSpPr/>
          <p:nvPr/>
        </p:nvSpPr>
        <p:spPr>
          <a:xfrm>
            <a:off x="12971773" y="5434640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1656" name="Shape 1563"/>
          <p:cNvSpPr/>
          <p:nvPr/>
        </p:nvSpPr>
        <p:spPr>
          <a:xfrm>
            <a:off x="12971773" y="5640334"/>
            <a:ext cx="974337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57" name="Shape 1564"/>
          <p:cNvSpPr/>
          <p:nvPr/>
        </p:nvSpPr>
        <p:spPr>
          <a:xfrm>
            <a:off x="12982598" y="5651159"/>
            <a:ext cx="9523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58" name="Shape 1565"/>
          <p:cNvSpPr/>
          <p:nvPr/>
        </p:nvSpPr>
        <p:spPr>
          <a:xfrm>
            <a:off x="14054370" y="5841914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9" name="Shape 1566"/>
          <p:cNvSpPr/>
          <p:nvPr/>
        </p:nvSpPr>
        <p:spPr>
          <a:xfrm>
            <a:off x="14162630" y="5456291"/>
            <a:ext cx="589001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60" name="Text 1567"/>
          <p:cNvSpPr/>
          <p:nvPr/>
        </p:nvSpPr>
        <p:spPr>
          <a:xfrm>
            <a:off x="14238830" y="5494391"/>
            <a:ext cx="50327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661" name="Shape 1568"/>
          <p:cNvSpPr/>
          <p:nvPr/>
        </p:nvSpPr>
        <p:spPr>
          <a:xfrm>
            <a:off x="15461747" y="584191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2" name="Shape 1569"/>
          <p:cNvSpPr/>
          <p:nvPr/>
        </p:nvSpPr>
        <p:spPr>
          <a:xfrm>
            <a:off x="15570007" y="5445465"/>
            <a:ext cx="545359" cy="248998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63" name="Text 1570"/>
          <p:cNvSpPr/>
          <p:nvPr/>
        </p:nvSpPr>
        <p:spPr>
          <a:xfrm>
            <a:off x="15650992" y="5510422"/>
            <a:ext cx="38338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664" name="Shape 1571"/>
          <p:cNvSpPr/>
          <p:nvPr/>
        </p:nvSpPr>
        <p:spPr>
          <a:xfrm>
            <a:off x="5880759" y="5851439"/>
            <a:ext cx="4817559" cy="552125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65" name="Shape 1572"/>
          <p:cNvSpPr/>
          <p:nvPr/>
        </p:nvSpPr>
        <p:spPr>
          <a:xfrm>
            <a:off x="5880759" y="6394039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6" name="Text 1573"/>
          <p:cNvSpPr/>
          <p:nvPr/>
        </p:nvSpPr>
        <p:spPr>
          <a:xfrm>
            <a:off x="5989019" y="5938047"/>
            <a:ext cx="1527896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1667" name="Text 1574"/>
          <p:cNvSpPr/>
          <p:nvPr/>
        </p:nvSpPr>
        <p:spPr>
          <a:xfrm>
            <a:off x="5989019" y="6154567"/>
            <a:ext cx="4739071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1668" name="Shape 1575"/>
          <p:cNvSpPr/>
          <p:nvPr/>
        </p:nvSpPr>
        <p:spPr>
          <a:xfrm>
            <a:off x="10698318" y="5851439"/>
            <a:ext cx="1082598" cy="552125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69" name="Shape 1576"/>
          <p:cNvSpPr/>
          <p:nvPr/>
        </p:nvSpPr>
        <p:spPr>
          <a:xfrm>
            <a:off x="10698318" y="6394039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0" name="Text 1577"/>
          <p:cNvSpPr/>
          <p:nvPr/>
        </p:nvSpPr>
        <p:spPr>
          <a:xfrm>
            <a:off x="10806578" y="5986764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1671" name="Shape 1578"/>
          <p:cNvSpPr/>
          <p:nvPr/>
        </p:nvSpPr>
        <p:spPr>
          <a:xfrm>
            <a:off x="10806578" y="6192458"/>
            <a:ext cx="866079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72" name="Shape 1579"/>
          <p:cNvSpPr/>
          <p:nvPr/>
        </p:nvSpPr>
        <p:spPr>
          <a:xfrm>
            <a:off x="10817404" y="6203284"/>
            <a:ext cx="688972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73" name="Shape 1580"/>
          <p:cNvSpPr/>
          <p:nvPr/>
        </p:nvSpPr>
        <p:spPr>
          <a:xfrm>
            <a:off x="11780916" y="5851439"/>
            <a:ext cx="1082597" cy="552125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74" name="Shape 1581"/>
          <p:cNvSpPr/>
          <p:nvPr/>
        </p:nvSpPr>
        <p:spPr>
          <a:xfrm>
            <a:off x="11780916" y="6394039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5" name="Text 1582"/>
          <p:cNvSpPr/>
          <p:nvPr/>
        </p:nvSpPr>
        <p:spPr>
          <a:xfrm>
            <a:off x="11799966" y="5927639"/>
            <a:ext cx="968297" cy="42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1676" name="Shape 1583"/>
          <p:cNvSpPr/>
          <p:nvPr/>
        </p:nvSpPr>
        <p:spPr>
          <a:xfrm>
            <a:off x="12863513" y="5851439"/>
            <a:ext cx="1190858" cy="552125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77" name="Shape 1584"/>
          <p:cNvSpPr/>
          <p:nvPr/>
        </p:nvSpPr>
        <p:spPr>
          <a:xfrm>
            <a:off x="12863513" y="6394039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8" name="Text 1585"/>
          <p:cNvSpPr/>
          <p:nvPr/>
        </p:nvSpPr>
        <p:spPr>
          <a:xfrm>
            <a:off x="12971773" y="5986764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1679" name="Shape 1586"/>
          <p:cNvSpPr/>
          <p:nvPr/>
        </p:nvSpPr>
        <p:spPr>
          <a:xfrm>
            <a:off x="12971773" y="6192458"/>
            <a:ext cx="97433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80" name="Shape 1587"/>
          <p:cNvSpPr/>
          <p:nvPr/>
        </p:nvSpPr>
        <p:spPr>
          <a:xfrm>
            <a:off x="12982598" y="6203284"/>
            <a:ext cx="809749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681" name="Shape 1588"/>
          <p:cNvSpPr/>
          <p:nvPr/>
        </p:nvSpPr>
        <p:spPr>
          <a:xfrm>
            <a:off x="14054370" y="5851439"/>
            <a:ext cx="1407377" cy="552125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82" name="Shape 1589"/>
          <p:cNvSpPr/>
          <p:nvPr/>
        </p:nvSpPr>
        <p:spPr>
          <a:xfrm>
            <a:off x="14054370" y="6394039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3" name="Shape 1590"/>
          <p:cNvSpPr/>
          <p:nvPr/>
        </p:nvSpPr>
        <p:spPr>
          <a:xfrm>
            <a:off x="14162630" y="6008416"/>
            <a:ext cx="660385" cy="227345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84" name="Text 1591"/>
          <p:cNvSpPr/>
          <p:nvPr/>
        </p:nvSpPr>
        <p:spPr>
          <a:xfrm>
            <a:off x="14238830" y="6046516"/>
            <a:ext cx="574660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1685" name="Shape 1592"/>
          <p:cNvSpPr/>
          <p:nvPr/>
        </p:nvSpPr>
        <p:spPr>
          <a:xfrm>
            <a:off x="15461747" y="5851439"/>
            <a:ext cx="1190858" cy="552125"/>
          </a:xfrm>
          <a:prstGeom prst="rect">
            <a:avLst/>
          </a:prstGeom>
          <a:solidFill>
            <a:srgbClr val="7CC596">
              <a:alpha val="4000"/>
            </a:srgbClr>
          </a:solidFill>
          <a:ln/>
        </p:spPr>
      </p:sp>
      <p:sp>
        <p:nvSpPr>
          <p:cNvPr id="1686" name="Shape 1593"/>
          <p:cNvSpPr/>
          <p:nvPr/>
        </p:nvSpPr>
        <p:spPr>
          <a:xfrm>
            <a:off x="15461747" y="6394039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7" name="Shape 1594"/>
          <p:cNvSpPr/>
          <p:nvPr/>
        </p:nvSpPr>
        <p:spPr>
          <a:xfrm>
            <a:off x="15570007" y="5997590"/>
            <a:ext cx="545359" cy="248998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88" name="Text 1595"/>
          <p:cNvSpPr/>
          <p:nvPr/>
        </p:nvSpPr>
        <p:spPr>
          <a:xfrm>
            <a:off x="15650992" y="6062546"/>
            <a:ext cx="38338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689" name="Shape 1596"/>
          <p:cNvSpPr/>
          <p:nvPr/>
        </p:nvSpPr>
        <p:spPr>
          <a:xfrm>
            <a:off x="5880759" y="6403564"/>
            <a:ext cx="10771845" cy="941860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90" name="Shape 1597"/>
          <p:cNvSpPr/>
          <p:nvPr/>
        </p:nvSpPr>
        <p:spPr>
          <a:xfrm>
            <a:off x="5880759" y="7335899"/>
            <a:ext cx="1077184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1" name="Text 1598"/>
          <p:cNvSpPr/>
          <p:nvPr/>
        </p:nvSpPr>
        <p:spPr>
          <a:xfrm>
            <a:off x="5989019" y="6533476"/>
            <a:ext cx="826271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1692" name="Text 1599"/>
          <p:cNvSpPr/>
          <p:nvPr/>
        </p:nvSpPr>
        <p:spPr>
          <a:xfrm>
            <a:off x="5989019" y="6717518"/>
            <a:ext cx="8262710" cy="247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1693" name="Shape 1600"/>
          <p:cNvSpPr/>
          <p:nvPr/>
        </p:nvSpPr>
        <p:spPr>
          <a:xfrm>
            <a:off x="14162630" y="6533476"/>
            <a:ext cx="2381715" cy="303127"/>
          </a:xfrm>
          <a:prstGeom prst="roundRect">
            <a:avLst>
              <a:gd name="adj" fmla="val 6284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94" name="Text 1601"/>
          <p:cNvSpPr/>
          <p:nvPr/>
        </p:nvSpPr>
        <p:spPr>
          <a:xfrm>
            <a:off x="14286920" y="6620084"/>
            <a:ext cx="2117403" cy="16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1695" name="Shape 1602"/>
          <p:cNvSpPr/>
          <p:nvPr/>
        </p:nvSpPr>
        <p:spPr>
          <a:xfrm>
            <a:off x="14162630" y="6901560"/>
            <a:ext cx="2381715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96" name="Text 1603"/>
          <p:cNvSpPr/>
          <p:nvPr/>
        </p:nvSpPr>
        <p:spPr>
          <a:xfrm>
            <a:off x="14286920" y="6988167"/>
            <a:ext cx="892039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697" name="Shape 1604"/>
          <p:cNvSpPr/>
          <p:nvPr/>
        </p:nvSpPr>
        <p:spPr>
          <a:xfrm>
            <a:off x="5880759" y="7888024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8" name="Text 1605"/>
          <p:cNvSpPr/>
          <p:nvPr/>
        </p:nvSpPr>
        <p:spPr>
          <a:xfrm>
            <a:off x="5989019" y="7432032"/>
            <a:ext cx="520234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699" name="Text 1606"/>
          <p:cNvSpPr/>
          <p:nvPr/>
        </p:nvSpPr>
        <p:spPr>
          <a:xfrm>
            <a:off x="5989019" y="7648552"/>
            <a:ext cx="4739071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700" name="Shape 1607"/>
          <p:cNvSpPr/>
          <p:nvPr/>
        </p:nvSpPr>
        <p:spPr>
          <a:xfrm>
            <a:off x="10698318" y="7888024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1" name="Text 1608"/>
          <p:cNvSpPr/>
          <p:nvPr/>
        </p:nvSpPr>
        <p:spPr>
          <a:xfrm>
            <a:off x="10806578" y="7480749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702" name="Shape 1609"/>
          <p:cNvSpPr/>
          <p:nvPr/>
        </p:nvSpPr>
        <p:spPr>
          <a:xfrm>
            <a:off x="10806578" y="7686442"/>
            <a:ext cx="866079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03" name="Shape 1610"/>
          <p:cNvSpPr/>
          <p:nvPr/>
        </p:nvSpPr>
        <p:spPr>
          <a:xfrm>
            <a:off x="10817404" y="7697269"/>
            <a:ext cx="81026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04" name="Shape 1611"/>
          <p:cNvSpPr/>
          <p:nvPr/>
        </p:nvSpPr>
        <p:spPr>
          <a:xfrm>
            <a:off x="11780916" y="7888024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5" name="Text 1612"/>
          <p:cNvSpPr/>
          <p:nvPr/>
        </p:nvSpPr>
        <p:spPr>
          <a:xfrm>
            <a:off x="11799966" y="7421624"/>
            <a:ext cx="968297" cy="42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706" name="Shape 1613"/>
          <p:cNvSpPr/>
          <p:nvPr/>
        </p:nvSpPr>
        <p:spPr>
          <a:xfrm>
            <a:off x="12863513" y="788802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07" name="Text 1614"/>
          <p:cNvSpPr/>
          <p:nvPr/>
        </p:nvSpPr>
        <p:spPr>
          <a:xfrm>
            <a:off x="12971773" y="7480749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708" name="Shape 1615"/>
          <p:cNvSpPr/>
          <p:nvPr/>
        </p:nvSpPr>
        <p:spPr>
          <a:xfrm>
            <a:off x="12971773" y="7686442"/>
            <a:ext cx="97433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09" name="Shape 1616"/>
          <p:cNvSpPr/>
          <p:nvPr/>
        </p:nvSpPr>
        <p:spPr>
          <a:xfrm>
            <a:off x="12982598" y="7697269"/>
            <a:ext cx="285705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10" name="Shape 1617"/>
          <p:cNvSpPr/>
          <p:nvPr/>
        </p:nvSpPr>
        <p:spPr>
          <a:xfrm>
            <a:off x="14054370" y="7888024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1" name="Shape 1618"/>
          <p:cNvSpPr/>
          <p:nvPr/>
        </p:nvSpPr>
        <p:spPr>
          <a:xfrm>
            <a:off x="14162630" y="7502401"/>
            <a:ext cx="803322" cy="227346"/>
          </a:xfrm>
          <a:prstGeom prst="roundRect">
            <a:avLst>
              <a:gd name="adj" fmla="val 8379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712" name="Text 1619"/>
          <p:cNvSpPr/>
          <p:nvPr/>
        </p:nvSpPr>
        <p:spPr>
          <a:xfrm>
            <a:off x="14238830" y="7540501"/>
            <a:ext cx="717597" cy="189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713" name="Shape 1620"/>
          <p:cNvSpPr/>
          <p:nvPr/>
        </p:nvSpPr>
        <p:spPr>
          <a:xfrm>
            <a:off x="15461747" y="788802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4" name="Shape 1621"/>
          <p:cNvSpPr/>
          <p:nvPr/>
        </p:nvSpPr>
        <p:spPr>
          <a:xfrm>
            <a:off x="15570007" y="7491575"/>
            <a:ext cx="545359" cy="248997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15" name="Text 1622"/>
          <p:cNvSpPr/>
          <p:nvPr/>
        </p:nvSpPr>
        <p:spPr>
          <a:xfrm>
            <a:off x="15650992" y="7556531"/>
            <a:ext cx="383387" cy="157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716" name="Shape 1623"/>
          <p:cNvSpPr/>
          <p:nvPr/>
        </p:nvSpPr>
        <p:spPr>
          <a:xfrm>
            <a:off x="5880759" y="8440149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7" name="Text 1624"/>
          <p:cNvSpPr/>
          <p:nvPr/>
        </p:nvSpPr>
        <p:spPr>
          <a:xfrm>
            <a:off x="5989019" y="7984157"/>
            <a:ext cx="1333366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718" name="Text 1625"/>
          <p:cNvSpPr/>
          <p:nvPr/>
        </p:nvSpPr>
        <p:spPr>
          <a:xfrm>
            <a:off x="5989019" y="8200676"/>
            <a:ext cx="4739071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719" name="Shape 1626"/>
          <p:cNvSpPr/>
          <p:nvPr/>
        </p:nvSpPr>
        <p:spPr>
          <a:xfrm>
            <a:off x="10698318" y="8440149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0" name="Text 1627"/>
          <p:cNvSpPr/>
          <p:nvPr/>
        </p:nvSpPr>
        <p:spPr>
          <a:xfrm>
            <a:off x="10806578" y="8032874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721" name="Shape 1628"/>
          <p:cNvSpPr/>
          <p:nvPr/>
        </p:nvSpPr>
        <p:spPr>
          <a:xfrm>
            <a:off x="10806578" y="8238567"/>
            <a:ext cx="866079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2" name="Shape 1629"/>
          <p:cNvSpPr/>
          <p:nvPr/>
        </p:nvSpPr>
        <p:spPr>
          <a:xfrm>
            <a:off x="10817404" y="8249394"/>
            <a:ext cx="20130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23" name="Shape 1630"/>
          <p:cNvSpPr/>
          <p:nvPr/>
        </p:nvSpPr>
        <p:spPr>
          <a:xfrm>
            <a:off x="11780916" y="8440149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4" name="Text 1631"/>
          <p:cNvSpPr/>
          <p:nvPr/>
        </p:nvSpPr>
        <p:spPr>
          <a:xfrm>
            <a:off x="11799966" y="7973749"/>
            <a:ext cx="968297" cy="428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725" name="Shape 1632"/>
          <p:cNvSpPr/>
          <p:nvPr/>
        </p:nvSpPr>
        <p:spPr>
          <a:xfrm>
            <a:off x="12863513" y="8440149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6" name="Text 1633"/>
          <p:cNvSpPr/>
          <p:nvPr/>
        </p:nvSpPr>
        <p:spPr>
          <a:xfrm>
            <a:off x="12971773" y="8032874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727" name="Shape 1634"/>
          <p:cNvSpPr/>
          <p:nvPr/>
        </p:nvSpPr>
        <p:spPr>
          <a:xfrm>
            <a:off x="12971773" y="8238567"/>
            <a:ext cx="97433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8" name="Shape 1635"/>
          <p:cNvSpPr/>
          <p:nvPr/>
        </p:nvSpPr>
        <p:spPr>
          <a:xfrm>
            <a:off x="12982598" y="8249394"/>
            <a:ext cx="23682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29" name="Shape 1636"/>
          <p:cNvSpPr/>
          <p:nvPr/>
        </p:nvSpPr>
        <p:spPr>
          <a:xfrm>
            <a:off x="14054370" y="8440149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0" name="Shape 1637"/>
          <p:cNvSpPr/>
          <p:nvPr/>
        </p:nvSpPr>
        <p:spPr>
          <a:xfrm>
            <a:off x="14162630" y="8054526"/>
            <a:ext cx="589001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31" name="Text 1638"/>
          <p:cNvSpPr/>
          <p:nvPr/>
        </p:nvSpPr>
        <p:spPr>
          <a:xfrm>
            <a:off x="14238830" y="8092626"/>
            <a:ext cx="50327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732" name="Shape 1639"/>
          <p:cNvSpPr/>
          <p:nvPr/>
        </p:nvSpPr>
        <p:spPr>
          <a:xfrm>
            <a:off x="15461747" y="8440149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3" name="Shape 1640"/>
          <p:cNvSpPr/>
          <p:nvPr/>
        </p:nvSpPr>
        <p:spPr>
          <a:xfrm>
            <a:off x="15570007" y="8043700"/>
            <a:ext cx="545359" cy="248998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34" name="Text 1641"/>
          <p:cNvSpPr/>
          <p:nvPr/>
        </p:nvSpPr>
        <p:spPr>
          <a:xfrm>
            <a:off x="15650992" y="8108656"/>
            <a:ext cx="38338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735" name="Shape 1642"/>
          <p:cNvSpPr/>
          <p:nvPr/>
        </p:nvSpPr>
        <p:spPr>
          <a:xfrm>
            <a:off x="5880759" y="8992274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6" name="Text 1643"/>
          <p:cNvSpPr/>
          <p:nvPr/>
        </p:nvSpPr>
        <p:spPr>
          <a:xfrm>
            <a:off x="5989019" y="8536282"/>
            <a:ext cx="655051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737" name="Text 1644"/>
          <p:cNvSpPr/>
          <p:nvPr/>
        </p:nvSpPr>
        <p:spPr>
          <a:xfrm>
            <a:off x="5989019" y="8752801"/>
            <a:ext cx="4739071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738" name="Shape 1645"/>
          <p:cNvSpPr/>
          <p:nvPr/>
        </p:nvSpPr>
        <p:spPr>
          <a:xfrm>
            <a:off x="10698318" y="8992274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9" name="Text 1646"/>
          <p:cNvSpPr/>
          <p:nvPr/>
        </p:nvSpPr>
        <p:spPr>
          <a:xfrm>
            <a:off x="10806578" y="8584999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740" name="Shape 1647"/>
          <p:cNvSpPr/>
          <p:nvPr/>
        </p:nvSpPr>
        <p:spPr>
          <a:xfrm>
            <a:off x="10806578" y="8790692"/>
            <a:ext cx="866079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41" name="Shape 1648"/>
          <p:cNvSpPr/>
          <p:nvPr/>
        </p:nvSpPr>
        <p:spPr>
          <a:xfrm>
            <a:off x="10817404" y="8801518"/>
            <a:ext cx="162052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42" name="Shape 1649"/>
          <p:cNvSpPr/>
          <p:nvPr/>
        </p:nvSpPr>
        <p:spPr>
          <a:xfrm>
            <a:off x="11780916" y="8992274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3" name="Text 1650"/>
          <p:cNvSpPr/>
          <p:nvPr/>
        </p:nvSpPr>
        <p:spPr>
          <a:xfrm>
            <a:off x="11799966" y="8525874"/>
            <a:ext cx="968297" cy="42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744" name="Shape 1651"/>
          <p:cNvSpPr/>
          <p:nvPr/>
        </p:nvSpPr>
        <p:spPr>
          <a:xfrm>
            <a:off x="12863513" y="899227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5" name="Text 1652"/>
          <p:cNvSpPr/>
          <p:nvPr/>
        </p:nvSpPr>
        <p:spPr>
          <a:xfrm>
            <a:off x="12971773" y="8584999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746" name="Shape 1653"/>
          <p:cNvSpPr/>
          <p:nvPr/>
        </p:nvSpPr>
        <p:spPr>
          <a:xfrm>
            <a:off x="12971773" y="8790692"/>
            <a:ext cx="97433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47" name="Shape 1654"/>
          <p:cNvSpPr/>
          <p:nvPr/>
        </p:nvSpPr>
        <p:spPr>
          <a:xfrm>
            <a:off x="12982598" y="8801518"/>
            <a:ext cx="214321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48" name="Shape 1655"/>
          <p:cNvSpPr/>
          <p:nvPr/>
        </p:nvSpPr>
        <p:spPr>
          <a:xfrm>
            <a:off x="14054370" y="8992274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9" name="Shape 1656"/>
          <p:cNvSpPr/>
          <p:nvPr/>
        </p:nvSpPr>
        <p:spPr>
          <a:xfrm>
            <a:off x="14162630" y="8606651"/>
            <a:ext cx="589001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50" name="Text 1657"/>
          <p:cNvSpPr/>
          <p:nvPr/>
        </p:nvSpPr>
        <p:spPr>
          <a:xfrm>
            <a:off x="14238830" y="8644751"/>
            <a:ext cx="503276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751" name="Shape 1658"/>
          <p:cNvSpPr/>
          <p:nvPr/>
        </p:nvSpPr>
        <p:spPr>
          <a:xfrm>
            <a:off x="15461747" y="8992274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2" name="Shape 1659"/>
          <p:cNvSpPr/>
          <p:nvPr/>
        </p:nvSpPr>
        <p:spPr>
          <a:xfrm>
            <a:off x="15570007" y="8595825"/>
            <a:ext cx="545359" cy="248997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53" name="Text 1660"/>
          <p:cNvSpPr/>
          <p:nvPr/>
        </p:nvSpPr>
        <p:spPr>
          <a:xfrm>
            <a:off x="15650992" y="8660781"/>
            <a:ext cx="38338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754" name="Shape 1661"/>
          <p:cNvSpPr/>
          <p:nvPr/>
        </p:nvSpPr>
        <p:spPr>
          <a:xfrm>
            <a:off x="5880759" y="9598528"/>
            <a:ext cx="481755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5" name="Text 1662"/>
          <p:cNvSpPr/>
          <p:nvPr/>
        </p:nvSpPr>
        <p:spPr>
          <a:xfrm>
            <a:off x="5989019" y="9115472"/>
            <a:ext cx="551697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756" name="Shape 1663"/>
          <p:cNvSpPr/>
          <p:nvPr/>
        </p:nvSpPr>
        <p:spPr>
          <a:xfrm>
            <a:off x="6551123" y="9088406"/>
            <a:ext cx="874875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57" name="Text 1664"/>
          <p:cNvSpPr/>
          <p:nvPr/>
        </p:nvSpPr>
        <p:spPr>
          <a:xfrm>
            <a:off x="6756817" y="9131711"/>
            <a:ext cx="647947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758" name="Text 1665"/>
          <p:cNvSpPr/>
          <p:nvPr/>
        </p:nvSpPr>
        <p:spPr>
          <a:xfrm>
            <a:off x="5989019" y="9359056"/>
            <a:ext cx="4739071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759" name="Shape 1666"/>
          <p:cNvSpPr/>
          <p:nvPr/>
        </p:nvSpPr>
        <p:spPr>
          <a:xfrm>
            <a:off x="10698318" y="9598528"/>
            <a:ext cx="108259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0" name="Text 1667"/>
          <p:cNvSpPr/>
          <p:nvPr/>
        </p:nvSpPr>
        <p:spPr>
          <a:xfrm>
            <a:off x="10806578" y="9164188"/>
            <a:ext cx="942279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761" name="Shape 1668"/>
          <p:cNvSpPr/>
          <p:nvPr/>
        </p:nvSpPr>
        <p:spPr>
          <a:xfrm>
            <a:off x="10806578" y="9369882"/>
            <a:ext cx="866079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62" name="Shape 1669"/>
          <p:cNvSpPr/>
          <p:nvPr/>
        </p:nvSpPr>
        <p:spPr>
          <a:xfrm>
            <a:off x="10817404" y="9380708"/>
            <a:ext cx="243077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63" name="Shape 1670"/>
          <p:cNvSpPr/>
          <p:nvPr/>
        </p:nvSpPr>
        <p:spPr>
          <a:xfrm>
            <a:off x="11780916" y="9598528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4" name="Text 1671"/>
          <p:cNvSpPr/>
          <p:nvPr/>
        </p:nvSpPr>
        <p:spPr>
          <a:xfrm>
            <a:off x="11799966" y="9077999"/>
            <a:ext cx="968297" cy="482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765" name="Shape 1672"/>
          <p:cNvSpPr/>
          <p:nvPr/>
        </p:nvSpPr>
        <p:spPr>
          <a:xfrm>
            <a:off x="12863513" y="9598528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6" name="Text 1673"/>
          <p:cNvSpPr/>
          <p:nvPr/>
        </p:nvSpPr>
        <p:spPr>
          <a:xfrm>
            <a:off x="12971773" y="9164188"/>
            <a:ext cx="1050537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767" name="Shape 1674"/>
          <p:cNvSpPr/>
          <p:nvPr/>
        </p:nvSpPr>
        <p:spPr>
          <a:xfrm>
            <a:off x="12971773" y="9369882"/>
            <a:ext cx="974337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68" name="Shape 1675"/>
          <p:cNvSpPr/>
          <p:nvPr/>
        </p:nvSpPr>
        <p:spPr>
          <a:xfrm>
            <a:off x="12982598" y="9380708"/>
            <a:ext cx="380940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69" name="Shape 1676"/>
          <p:cNvSpPr/>
          <p:nvPr/>
        </p:nvSpPr>
        <p:spPr>
          <a:xfrm>
            <a:off x="14054370" y="9598528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70" name="Shape 1677"/>
          <p:cNvSpPr/>
          <p:nvPr/>
        </p:nvSpPr>
        <p:spPr>
          <a:xfrm>
            <a:off x="14162630" y="9185840"/>
            <a:ext cx="874875" cy="227345"/>
          </a:xfrm>
          <a:prstGeom prst="roundRect">
            <a:avLst>
              <a:gd name="adj" fmla="val 8379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771" name="Text 1678"/>
          <p:cNvSpPr/>
          <p:nvPr/>
        </p:nvSpPr>
        <p:spPr>
          <a:xfrm>
            <a:off x="14238830" y="9223940"/>
            <a:ext cx="789150" cy="18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772" name="Shape 1679"/>
          <p:cNvSpPr/>
          <p:nvPr/>
        </p:nvSpPr>
        <p:spPr>
          <a:xfrm>
            <a:off x="15461747" y="9598528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73" name="Shape 1680"/>
          <p:cNvSpPr/>
          <p:nvPr/>
        </p:nvSpPr>
        <p:spPr>
          <a:xfrm>
            <a:off x="15570007" y="9175014"/>
            <a:ext cx="545359" cy="248998"/>
          </a:xfrm>
          <a:prstGeom prst="roundRect">
            <a:avLst>
              <a:gd name="adj" fmla="val 7651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74" name="Text 1681"/>
          <p:cNvSpPr/>
          <p:nvPr/>
        </p:nvSpPr>
        <p:spPr>
          <a:xfrm>
            <a:off x="15650992" y="9239970"/>
            <a:ext cx="383387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775" name="Text 1682"/>
          <p:cNvSpPr/>
          <p:nvPr/>
        </p:nvSpPr>
        <p:spPr>
          <a:xfrm>
            <a:off x="5718370" y="9922006"/>
            <a:ext cx="117643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776" name="Text 1683"/>
          <p:cNvSpPr/>
          <p:nvPr/>
        </p:nvSpPr>
        <p:spPr>
          <a:xfrm>
            <a:off x="5868072" y="9922006"/>
            <a:ext cx="6160444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sp>
        <p:nvSpPr>
          <p:cNvPr id="1777" name="Text 1684"/>
          <p:cNvSpPr/>
          <p:nvPr/>
        </p:nvSpPr>
        <p:spPr>
          <a:xfrm>
            <a:off x="9685437" y="10139363"/>
            <a:ext cx="12029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 5/7</a:t>
            </a:r>
            <a:endParaRPr lang="en-US" sz="1050" dirty="0"/>
          </a:p>
        </p:txBody>
      </p:sp>
      <p:sp>
        <p:nvSpPr>
          <p:cNvPr id="1778" name="Shape 1685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79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780" name="Shape 1686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81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782" name="Shape 1687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83" name="Shape 1688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84" name="Shape 1689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85" name="Shape 1690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86" name="Shape 1691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87" name="Shape 1692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88" name="Shape 1693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54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49" name="Text 1462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0" name="Text 1463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551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2" name="Text 1464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3" name="Text 1465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554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5" name="Text 1466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6" name="Text 1467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557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58" name="Text 1468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59" name="Text 1469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560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1" name="Text 1470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2" name="Text 1471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563" name="Shape 1472"/>
          <p:cNvSpPr/>
          <p:nvPr/>
        </p:nvSpPr>
        <p:spPr>
          <a:xfrm>
            <a:off x="3358307" y="4292499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64" name="Shape 1473"/>
          <p:cNvSpPr/>
          <p:nvPr/>
        </p:nvSpPr>
        <p:spPr>
          <a:xfrm>
            <a:off x="3358307" y="4292499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65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6" name="Text 1474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7" name="Text 1475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8" name="Text 1476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3047118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3047118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582" name="Shape 1489"/>
          <p:cNvSpPr/>
          <p:nvPr/>
        </p:nvSpPr>
        <p:spPr>
          <a:xfrm>
            <a:off x="14378474" y="1602244"/>
            <a:ext cx="1443914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3" name="Text 1490"/>
          <p:cNvSpPr/>
          <p:nvPr/>
        </p:nvSpPr>
        <p:spPr>
          <a:xfrm>
            <a:off x="14502762" y="1688852"/>
            <a:ext cx="1195335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584" name="Shape 1491"/>
          <p:cNvSpPr/>
          <p:nvPr/>
        </p:nvSpPr>
        <p:spPr>
          <a:xfrm>
            <a:off x="15908995" y="1602244"/>
            <a:ext cx="1068388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5" name="Text 1492"/>
          <p:cNvSpPr/>
          <p:nvPr/>
        </p:nvSpPr>
        <p:spPr>
          <a:xfrm>
            <a:off x="16033285" y="1688852"/>
            <a:ext cx="819809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586" name="Shape 1493"/>
          <p:cNvSpPr/>
          <p:nvPr/>
        </p:nvSpPr>
        <p:spPr>
          <a:xfrm>
            <a:off x="5718370" y="2300520"/>
            <a:ext cx="11259014" cy="1645548"/>
          </a:xfrm>
          <a:prstGeom prst="roundRect">
            <a:avLst>
              <a:gd name="adj" fmla="val 115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87" name="Shape 1494"/>
          <p:cNvSpPr/>
          <p:nvPr/>
        </p:nvSpPr>
        <p:spPr>
          <a:xfrm>
            <a:off x="5729195" y="2702382"/>
            <a:ext cx="1123736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8" name="Text 1495"/>
          <p:cNvSpPr/>
          <p:nvPr/>
        </p:nvSpPr>
        <p:spPr>
          <a:xfrm>
            <a:off x="5880759" y="2430431"/>
            <a:ext cx="805092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589" name="Text 1496"/>
          <p:cNvSpPr/>
          <p:nvPr/>
        </p:nvSpPr>
        <p:spPr>
          <a:xfrm>
            <a:off x="6717911" y="2441257"/>
            <a:ext cx="106119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590" name="Shape 1497"/>
          <p:cNvSpPr/>
          <p:nvPr/>
        </p:nvSpPr>
        <p:spPr>
          <a:xfrm>
            <a:off x="5880759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1" name="Shape 1498"/>
          <p:cNvSpPr/>
          <p:nvPr/>
        </p:nvSpPr>
        <p:spPr>
          <a:xfrm>
            <a:off x="6246643" y="3513029"/>
            <a:ext cx="322749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2" name="Shape 1499"/>
          <p:cNvSpPr/>
          <p:nvPr/>
        </p:nvSpPr>
        <p:spPr>
          <a:xfrm>
            <a:off x="6612696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3" name="Shape 1500"/>
          <p:cNvSpPr/>
          <p:nvPr/>
        </p:nvSpPr>
        <p:spPr>
          <a:xfrm>
            <a:off x="6978580" y="3513029"/>
            <a:ext cx="322749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4" name="Shape 1501"/>
          <p:cNvSpPr/>
          <p:nvPr/>
        </p:nvSpPr>
        <p:spPr>
          <a:xfrm>
            <a:off x="7344634" y="3361465"/>
            <a:ext cx="322580" cy="19486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95" name="Shape 1502"/>
          <p:cNvSpPr/>
          <p:nvPr/>
        </p:nvSpPr>
        <p:spPr>
          <a:xfrm>
            <a:off x="7710518" y="3513029"/>
            <a:ext cx="322749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6" name="Shape 1503"/>
          <p:cNvSpPr/>
          <p:nvPr/>
        </p:nvSpPr>
        <p:spPr>
          <a:xfrm>
            <a:off x="8076571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7" name="Shape 1504"/>
          <p:cNvSpPr/>
          <p:nvPr/>
        </p:nvSpPr>
        <p:spPr>
          <a:xfrm>
            <a:off x="8442456" y="3513029"/>
            <a:ext cx="322749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8" name="Shape 1505"/>
          <p:cNvSpPr/>
          <p:nvPr/>
        </p:nvSpPr>
        <p:spPr>
          <a:xfrm>
            <a:off x="8808509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599" name="Shape 1506"/>
          <p:cNvSpPr/>
          <p:nvPr/>
        </p:nvSpPr>
        <p:spPr>
          <a:xfrm>
            <a:off x="9174393" y="3513029"/>
            <a:ext cx="322749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0" name="Shape 1507"/>
          <p:cNvSpPr/>
          <p:nvPr/>
        </p:nvSpPr>
        <p:spPr>
          <a:xfrm>
            <a:off x="9540446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1" name="Shape 1508"/>
          <p:cNvSpPr/>
          <p:nvPr/>
        </p:nvSpPr>
        <p:spPr>
          <a:xfrm>
            <a:off x="9906330" y="3513029"/>
            <a:ext cx="32275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2" name="Shape 1509"/>
          <p:cNvSpPr/>
          <p:nvPr/>
        </p:nvSpPr>
        <p:spPr>
          <a:xfrm>
            <a:off x="10272383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3" name="Shape 1510"/>
          <p:cNvSpPr/>
          <p:nvPr/>
        </p:nvSpPr>
        <p:spPr>
          <a:xfrm>
            <a:off x="10638267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4" name="Shape 1511"/>
          <p:cNvSpPr/>
          <p:nvPr/>
        </p:nvSpPr>
        <p:spPr>
          <a:xfrm>
            <a:off x="11004152" y="3231554"/>
            <a:ext cx="322580" cy="324779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05" name="Shape 1512"/>
          <p:cNvSpPr/>
          <p:nvPr/>
        </p:nvSpPr>
        <p:spPr>
          <a:xfrm>
            <a:off x="11370036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6" name="Shape 1513"/>
          <p:cNvSpPr/>
          <p:nvPr/>
        </p:nvSpPr>
        <p:spPr>
          <a:xfrm>
            <a:off x="11735921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7" name="Shape 1514"/>
          <p:cNvSpPr/>
          <p:nvPr/>
        </p:nvSpPr>
        <p:spPr>
          <a:xfrm>
            <a:off x="12101804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8" name="Shape 1515"/>
          <p:cNvSpPr/>
          <p:nvPr/>
        </p:nvSpPr>
        <p:spPr>
          <a:xfrm>
            <a:off x="12467688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09" name="Shape 1516"/>
          <p:cNvSpPr/>
          <p:nvPr/>
        </p:nvSpPr>
        <p:spPr>
          <a:xfrm>
            <a:off x="12833572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0" name="Shape 1517"/>
          <p:cNvSpPr/>
          <p:nvPr/>
        </p:nvSpPr>
        <p:spPr>
          <a:xfrm>
            <a:off x="13199457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1" name="Shape 1518"/>
          <p:cNvSpPr/>
          <p:nvPr/>
        </p:nvSpPr>
        <p:spPr>
          <a:xfrm>
            <a:off x="13565341" y="2993382"/>
            <a:ext cx="322580" cy="562951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12" name="Shape 1519"/>
          <p:cNvSpPr/>
          <p:nvPr/>
        </p:nvSpPr>
        <p:spPr>
          <a:xfrm>
            <a:off x="13931225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3" name="Shape 1520"/>
          <p:cNvSpPr/>
          <p:nvPr/>
        </p:nvSpPr>
        <p:spPr>
          <a:xfrm>
            <a:off x="14297109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4" name="Shape 1521"/>
          <p:cNvSpPr/>
          <p:nvPr/>
        </p:nvSpPr>
        <p:spPr>
          <a:xfrm>
            <a:off x="14662993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5" name="Shape 1522"/>
          <p:cNvSpPr/>
          <p:nvPr/>
        </p:nvSpPr>
        <p:spPr>
          <a:xfrm>
            <a:off x="15028877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6" name="Shape 1523"/>
          <p:cNvSpPr/>
          <p:nvPr/>
        </p:nvSpPr>
        <p:spPr>
          <a:xfrm>
            <a:off x="15394761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7" name="Shape 1524"/>
          <p:cNvSpPr/>
          <p:nvPr/>
        </p:nvSpPr>
        <p:spPr>
          <a:xfrm>
            <a:off x="15760646" y="3123294"/>
            <a:ext cx="322580" cy="433039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18" name="Shape 1525"/>
          <p:cNvSpPr/>
          <p:nvPr/>
        </p:nvSpPr>
        <p:spPr>
          <a:xfrm>
            <a:off x="16126530" y="3513029"/>
            <a:ext cx="322580" cy="43304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619" name="Shape 1526"/>
          <p:cNvSpPr/>
          <p:nvPr/>
        </p:nvSpPr>
        <p:spPr>
          <a:xfrm>
            <a:off x="16492414" y="2625299"/>
            <a:ext cx="322580" cy="93103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20" name="Text 1527"/>
          <p:cNvSpPr/>
          <p:nvPr/>
        </p:nvSpPr>
        <p:spPr>
          <a:xfrm>
            <a:off x="5880759" y="3642941"/>
            <a:ext cx="535966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621" name="Text 1528"/>
          <p:cNvSpPr/>
          <p:nvPr/>
        </p:nvSpPr>
        <p:spPr>
          <a:xfrm>
            <a:off x="16486662" y="3642941"/>
            <a:ext cx="404532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622" name="Shape 1529"/>
          <p:cNvSpPr/>
          <p:nvPr/>
        </p:nvSpPr>
        <p:spPr>
          <a:xfrm>
            <a:off x="5718370" y="4119284"/>
            <a:ext cx="11259014" cy="4113871"/>
          </a:xfrm>
          <a:prstGeom prst="roundRect">
            <a:avLst>
              <a:gd name="adj" fmla="val 46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3" name="Shape 1530"/>
          <p:cNvSpPr/>
          <p:nvPr/>
        </p:nvSpPr>
        <p:spPr>
          <a:xfrm>
            <a:off x="5729195" y="4521146"/>
            <a:ext cx="1123736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4" name="Text 1531"/>
          <p:cNvSpPr/>
          <p:nvPr/>
        </p:nvSpPr>
        <p:spPr>
          <a:xfrm>
            <a:off x="5880759" y="4249195"/>
            <a:ext cx="879521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625" name="Text 1532"/>
          <p:cNvSpPr/>
          <p:nvPr/>
        </p:nvSpPr>
        <p:spPr>
          <a:xfrm>
            <a:off x="6792340" y="4260021"/>
            <a:ext cx="86412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626" name="Shape 1533"/>
          <p:cNvSpPr/>
          <p:nvPr/>
        </p:nvSpPr>
        <p:spPr>
          <a:xfrm>
            <a:off x="5880759" y="4682235"/>
            <a:ext cx="30312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27" name="Shape 1534"/>
          <p:cNvSpPr/>
          <p:nvPr/>
        </p:nvSpPr>
        <p:spPr>
          <a:xfrm>
            <a:off x="5880759" y="4965011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8" name="Shape 1535"/>
          <p:cNvSpPr/>
          <p:nvPr/>
        </p:nvSpPr>
        <p:spPr>
          <a:xfrm>
            <a:off x="6183886" y="4682235"/>
            <a:ext cx="1840416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29" name="Shape 1536"/>
          <p:cNvSpPr/>
          <p:nvPr/>
        </p:nvSpPr>
        <p:spPr>
          <a:xfrm>
            <a:off x="6183886" y="4965011"/>
            <a:ext cx="184041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0" name="Text 1537"/>
          <p:cNvSpPr/>
          <p:nvPr/>
        </p:nvSpPr>
        <p:spPr>
          <a:xfrm>
            <a:off x="6279136" y="4758435"/>
            <a:ext cx="1726116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631" name="Shape 1538"/>
          <p:cNvSpPr/>
          <p:nvPr/>
        </p:nvSpPr>
        <p:spPr>
          <a:xfrm>
            <a:off x="8024302" y="4682235"/>
            <a:ext cx="207858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2" name="Shape 1539"/>
          <p:cNvSpPr/>
          <p:nvPr/>
        </p:nvSpPr>
        <p:spPr>
          <a:xfrm>
            <a:off x="8024302" y="4965011"/>
            <a:ext cx="207858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3" name="Text 1540"/>
          <p:cNvSpPr/>
          <p:nvPr/>
        </p:nvSpPr>
        <p:spPr>
          <a:xfrm>
            <a:off x="8119552" y="4758435"/>
            <a:ext cx="1964287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634" name="Shape 1541"/>
          <p:cNvSpPr/>
          <p:nvPr/>
        </p:nvSpPr>
        <p:spPr>
          <a:xfrm>
            <a:off x="10102889" y="4682235"/>
            <a:ext cx="866079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5" name="Shape 1542"/>
          <p:cNvSpPr/>
          <p:nvPr/>
        </p:nvSpPr>
        <p:spPr>
          <a:xfrm>
            <a:off x="10102889" y="4965011"/>
            <a:ext cx="86607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6" name="Text 1543"/>
          <p:cNvSpPr/>
          <p:nvPr/>
        </p:nvSpPr>
        <p:spPr>
          <a:xfrm>
            <a:off x="10198139" y="4758435"/>
            <a:ext cx="751779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637" name="Shape 1544"/>
          <p:cNvSpPr/>
          <p:nvPr/>
        </p:nvSpPr>
        <p:spPr>
          <a:xfrm>
            <a:off x="10968968" y="4682235"/>
            <a:ext cx="140737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38" name="Shape 1545"/>
          <p:cNvSpPr/>
          <p:nvPr/>
        </p:nvSpPr>
        <p:spPr>
          <a:xfrm>
            <a:off x="10968968" y="4965011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9" name="Text 1546"/>
          <p:cNvSpPr/>
          <p:nvPr/>
        </p:nvSpPr>
        <p:spPr>
          <a:xfrm>
            <a:off x="11064218" y="4758435"/>
            <a:ext cx="1293077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640" name="Shape 1547"/>
          <p:cNvSpPr/>
          <p:nvPr/>
        </p:nvSpPr>
        <p:spPr>
          <a:xfrm>
            <a:off x="12376345" y="4682235"/>
            <a:ext cx="1082597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41" name="Shape 1548"/>
          <p:cNvSpPr/>
          <p:nvPr/>
        </p:nvSpPr>
        <p:spPr>
          <a:xfrm>
            <a:off x="12376345" y="4965011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2" name="Text 1549"/>
          <p:cNvSpPr/>
          <p:nvPr/>
        </p:nvSpPr>
        <p:spPr>
          <a:xfrm>
            <a:off x="12471595" y="4758435"/>
            <a:ext cx="968297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643" name="Shape 1550"/>
          <p:cNvSpPr/>
          <p:nvPr/>
        </p:nvSpPr>
        <p:spPr>
          <a:xfrm>
            <a:off x="13458941" y="4682235"/>
            <a:ext cx="2165196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44" name="Shape 1551"/>
          <p:cNvSpPr/>
          <p:nvPr/>
        </p:nvSpPr>
        <p:spPr>
          <a:xfrm>
            <a:off x="13458941" y="4965011"/>
            <a:ext cx="216519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5" name="Text 1552"/>
          <p:cNvSpPr/>
          <p:nvPr/>
        </p:nvSpPr>
        <p:spPr>
          <a:xfrm>
            <a:off x="13554191" y="4758435"/>
            <a:ext cx="2050896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646" name="Shape 1553"/>
          <p:cNvSpPr/>
          <p:nvPr/>
        </p:nvSpPr>
        <p:spPr>
          <a:xfrm>
            <a:off x="15624137" y="4682235"/>
            <a:ext cx="1190858" cy="292301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647" name="Shape 1554"/>
          <p:cNvSpPr/>
          <p:nvPr/>
        </p:nvSpPr>
        <p:spPr>
          <a:xfrm>
            <a:off x="15624137" y="4965011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8" name="Text 1555"/>
          <p:cNvSpPr/>
          <p:nvPr/>
        </p:nvSpPr>
        <p:spPr>
          <a:xfrm>
            <a:off x="15643187" y="4758435"/>
            <a:ext cx="1076558" cy="168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49" name="Shape 1556"/>
          <p:cNvSpPr/>
          <p:nvPr/>
        </p:nvSpPr>
        <p:spPr>
          <a:xfrm>
            <a:off x="5880759" y="5322268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0" name="Text 1557"/>
          <p:cNvSpPr/>
          <p:nvPr/>
        </p:nvSpPr>
        <p:spPr>
          <a:xfrm>
            <a:off x="5937909" y="5050736"/>
            <a:ext cx="18882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651" name="Shape 1558"/>
          <p:cNvSpPr/>
          <p:nvPr/>
        </p:nvSpPr>
        <p:spPr>
          <a:xfrm>
            <a:off x="6183886" y="5322268"/>
            <a:ext cx="184041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2" name="Text 1559"/>
          <p:cNvSpPr/>
          <p:nvPr/>
        </p:nvSpPr>
        <p:spPr>
          <a:xfrm>
            <a:off x="6279136" y="5050736"/>
            <a:ext cx="172611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653" name="Shape 1560"/>
          <p:cNvSpPr/>
          <p:nvPr/>
        </p:nvSpPr>
        <p:spPr>
          <a:xfrm>
            <a:off x="8024302" y="5322268"/>
            <a:ext cx="207858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4" name="Text 1561"/>
          <p:cNvSpPr/>
          <p:nvPr/>
        </p:nvSpPr>
        <p:spPr>
          <a:xfrm>
            <a:off x="8119552" y="5050736"/>
            <a:ext cx="196428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655" name="Shape 1562"/>
          <p:cNvSpPr/>
          <p:nvPr/>
        </p:nvSpPr>
        <p:spPr>
          <a:xfrm>
            <a:off x="10102889" y="5322268"/>
            <a:ext cx="86607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6" name="Text 1563"/>
          <p:cNvSpPr/>
          <p:nvPr/>
        </p:nvSpPr>
        <p:spPr>
          <a:xfrm>
            <a:off x="10121939" y="5050736"/>
            <a:ext cx="751779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657" name="Shape 1564"/>
          <p:cNvSpPr/>
          <p:nvPr/>
        </p:nvSpPr>
        <p:spPr>
          <a:xfrm>
            <a:off x="10968968" y="5322268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8" name="Text 1565"/>
          <p:cNvSpPr/>
          <p:nvPr/>
        </p:nvSpPr>
        <p:spPr>
          <a:xfrm>
            <a:off x="11064218" y="5050736"/>
            <a:ext cx="129307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659" name="Shape 1566"/>
          <p:cNvSpPr/>
          <p:nvPr/>
        </p:nvSpPr>
        <p:spPr>
          <a:xfrm>
            <a:off x="12376345" y="5322268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0" name="Text 1567"/>
          <p:cNvSpPr/>
          <p:nvPr/>
        </p:nvSpPr>
        <p:spPr>
          <a:xfrm>
            <a:off x="12395395" y="5050736"/>
            <a:ext cx="96829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661" name="Shape 1568"/>
          <p:cNvSpPr/>
          <p:nvPr/>
        </p:nvSpPr>
        <p:spPr>
          <a:xfrm>
            <a:off x="13458941" y="5322268"/>
            <a:ext cx="216519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2" name="Shape 1569"/>
          <p:cNvSpPr/>
          <p:nvPr/>
        </p:nvSpPr>
        <p:spPr>
          <a:xfrm>
            <a:off x="13567202" y="5115274"/>
            <a:ext cx="1948675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63" name="Shape 1570"/>
          <p:cNvSpPr/>
          <p:nvPr/>
        </p:nvSpPr>
        <p:spPr>
          <a:xfrm>
            <a:off x="13578027" y="5126099"/>
            <a:ext cx="1117613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64" name="Shape 1571"/>
          <p:cNvSpPr/>
          <p:nvPr/>
        </p:nvSpPr>
        <p:spPr>
          <a:xfrm>
            <a:off x="14695640" y="5126099"/>
            <a:ext cx="520154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665" name="Shape 1572"/>
          <p:cNvSpPr/>
          <p:nvPr/>
        </p:nvSpPr>
        <p:spPr>
          <a:xfrm>
            <a:off x="15215795" y="5126099"/>
            <a:ext cx="288918" cy="43304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666" name="Shape 1573"/>
          <p:cNvSpPr/>
          <p:nvPr/>
        </p:nvSpPr>
        <p:spPr>
          <a:xfrm>
            <a:off x="15624137" y="5322268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7" name="Text 1574"/>
          <p:cNvSpPr/>
          <p:nvPr/>
        </p:nvSpPr>
        <p:spPr>
          <a:xfrm>
            <a:off x="15643187" y="5050736"/>
            <a:ext cx="1076558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668" name="Shape 1575"/>
          <p:cNvSpPr/>
          <p:nvPr/>
        </p:nvSpPr>
        <p:spPr>
          <a:xfrm>
            <a:off x="5880759" y="5331793"/>
            <a:ext cx="303127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69" name="Shape 1576"/>
          <p:cNvSpPr/>
          <p:nvPr/>
        </p:nvSpPr>
        <p:spPr>
          <a:xfrm>
            <a:off x="5880759" y="5679525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0" name="Text 1577"/>
          <p:cNvSpPr/>
          <p:nvPr/>
        </p:nvSpPr>
        <p:spPr>
          <a:xfrm>
            <a:off x="5937909" y="5407993"/>
            <a:ext cx="18882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671" name="Shape 1578"/>
          <p:cNvSpPr/>
          <p:nvPr/>
        </p:nvSpPr>
        <p:spPr>
          <a:xfrm>
            <a:off x="6183886" y="5331793"/>
            <a:ext cx="1840416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72" name="Shape 1579"/>
          <p:cNvSpPr/>
          <p:nvPr/>
        </p:nvSpPr>
        <p:spPr>
          <a:xfrm>
            <a:off x="6183886" y="5679525"/>
            <a:ext cx="184041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3" name="Text 1580"/>
          <p:cNvSpPr/>
          <p:nvPr/>
        </p:nvSpPr>
        <p:spPr>
          <a:xfrm>
            <a:off x="6279136" y="5407993"/>
            <a:ext cx="172611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674" name="Shape 1581"/>
          <p:cNvSpPr/>
          <p:nvPr/>
        </p:nvSpPr>
        <p:spPr>
          <a:xfrm>
            <a:off x="8024302" y="5331793"/>
            <a:ext cx="2078587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75" name="Shape 1582"/>
          <p:cNvSpPr/>
          <p:nvPr/>
        </p:nvSpPr>
        <p:spPr>
          <a:xfrm>
            <a:off x="8024302" y="5679525"/>
            <a:ext cx="207858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6" name="Text 1583"/>
          <p:cNvSpPr/>
          <p:nvPr/>
        </p:nvSpPr>
        <p:spPr>
          <a:xfrm>
            <a:off x="8119552" y="5407993"/>
            <a:ext cx="196428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677" name="Shape 1584"/>
          <p:cNvSpPr/>
          <p:nvPr/>
        </p:nvSpPr>
        <p:spPr>
          <a:xfrm>
            <a:off x="10102889" y="5331793"/>
            <a:ext cx="866079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78" name="Shape 1585"/>
          <p:cNvSpPr/>
          <p:nvPr/>
        </p:nvSpPr>
        <p:spPr>
          <a:xfrm>
            <a:off x="10102889" y="5679525"/>
            <a:ext cx="86607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9" name="Text 1586"/>
          <p:cNvSpPr/>
          <p:nvPr/>
        </p:nvSpPr>
        <p:spPr>
          <a:xfrm>
            <a:off x="10121939" y="5407993"/>
            <a:ext cx="751779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680" name="Shape 1587"/>
          <p:cNvSpPr/>
          <p:nvPr/>
        </p:nvSpPr>
        <p:spPr>
          <a:xfrm>
            <a:off x="10968968" y="5331793"/>
            <a:ext cx="1407377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81" name="Shape 1588"/>
          <p:cNvSpPr/>
          <p:nvPr/>
        </p:nvSpPr>
        <p:spPr>
          <a:xfrm>
            <a:off x="10968968" y="5679525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2" name="Text 1589"/>
          <p:cNvSpPr/>
          <p:nvPr/>
        </p:nvSpPr>
        <p:spPr>
          <a:xfrm>
            <a:off x="11064218" y="5407993"/>
            <a:ext cx="129307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683" name="Shape 1590"/>
          <p:cNvSpPr/>
          <p:nvPr/>
        </p:nvSpPr>
        <p:spPr>
          <a:xfrm>
            <a:off x="12376345" y="5331793"/>
            <a:ext cx="1082597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84" name="Shape 1591"/>
          <p:cNvSpPr/>
          <p:nvPr/>
        </p:nvSpPr>
        <p:spPr>
          <a:xfrm>
            <a:off x="12376345" y="5679525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5" name="Text 1592"/>
          <p:cNvSpPr/>
          <p:nvPr/>
        </p:nvSpPr>
        <p:spPr>
          <a:xfrm>
            <a:off x="12395395" y="5407993"/>
            <a:ext cx="96829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686" name="Shape 1593"/>
          <p:cNvSpPr/>
          <p:nvPr/>
        </p:nvSpPr>
        <p:spPr>
          <a:xfrm>
            <a:off x="13458941" y="5331793"/>
            <a:ext cx="2165196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87" name="Shape 1594"/>
          <p:cNvSpPr/>
          <p:nvPr/>
        </p:nvSpPr>
        <p:spPr>
          <a:xfrm>
            <a:off x="13458941" y="5679525"/>
            <a:ext cx="216519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8" name="Shape 1595"/>
          <p:cNvSpPr/>
          <p:nvPr/>
        </p:nvSpPr>
        <p:spPr>
          <a:xfrm>
            <a:off x="13567202" y="5472530"/>
            <a:ext cx="1948675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89" name="Shape 1596"/>
          <p:cNvSpPr/>
          <p:nvPr/>
        </p:nvSpPr>
        <p:spPr>
          <a:xfrm>
            <a:off x="13578027" y="5483357"/>
            <a:ext cx="1368133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690" name="Shape 1597"/>
          <p:cNvSpPr/>
          <p:nvPr/>
        </p:nvSpPr>
        <p:spPr>
          <a:xfrm>
            <a:off x="14946160" y="5483357"/>
            <a:ext cx="423906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691" name="Shape 1598"/>
          <p:cNvSpPr/>
          <p:nvPr/>
        </p:nvSpPr>
        <p:spPr>
          <a:xfrm>
            <a:off x="15370065" y="5483357"/>
            <a:ext cx="134816" cy="43304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692" name="Shape 1599"/>
          <p:cNvSpPr/>
          <p:nvPr/>
        </p:nvSpPr>
        <p:spPr>
          <a:xfrm>
            <a:off x="15624137" y="5331793"/>
            <a:ext cx="1190858" cy="357257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93" name="Shape 1600"/>
          <p:cNvSpPr/>
          <p:nvPr/>
        </p:nvSpPr>
        <p:spPr>
          <a:xfrm>
            <a:off x="15624137" y="5679525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4" name="Text 1601"/>
          <p:cNvSpPr/>
          <p:nvPr/>
        </p:nvSpPr>
        <p:spPr>
          <a:xfrm>
            <a:off x="15643187" y="5407993"/>
            <a:ext cx="1076558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695" name="Shape 1602"/>
          <p:cNvSpPr/>
          <p:nvPr/>
        </p:nvSpPr>
        <p:spPr>
          <a:xfrm>
            <a:off x="5880759" y="5689050"/>
            <a:ext cx="303127" cy="1309943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96" name="Shape 1603"/>
          <p:cNvSpPr/>
          <p:nvPr/>
        </p:nvSpPr>
        <p:spPr>
          <a:xfrm>
            <a:off x="5880759" y="6989468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7" name="Shape 1604"/>
          <p:cNvSpPr/>
          <p:nvPr/>
        </p:nvSpPr>
        <p:spPr>
          <a:xfrm>
            <a:off x="6183886" y="5689050"/>
            <a:ext cx="10631108" cy="1309943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698" name="Shape 1605"/>
          <p:cNvSpPr/>
          <p:nvPr/>
        </p:nvSpPr>
        <p:spPr>
          <a:xfrm>
            <a:off x="6183886" y="6989468"/>
            <a:ext cx="1063110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9" name="Text 1606"/>
          <p:cNvSpPr/>
          <p:nvPr/>
        </p:nvSpPr>
        <p:spPr>
          <a:xfrm>
            <a:off x="6292146" y="5775658"/>
            <a:ext cx="250121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700" name="Text 1607"/>
          <p:cNvSpPr/>
          <p:nvPr/>
        </p:nvSpPr>
        <p:spPr>
          <a:xfrm>
            <a:off x="6292146" y="5959700"/>
            <a:ext cx="2501218" cy="52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701" name="Text 1608"/>
          <p:cNvSpPr/>
          <p:nvPr/>
        </p:nvSpPr>
        <p:spPr>
          <a:xfrm>
            <a:off x="8955336" y="5775658"/>
            <a:ext cx="250121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702" name="Text 1609"/>
          <p:cNvSpPr/>
          <p:nvPr/>
        </p:nvSpPr>
        <p:spPr>
          <a:xfrm>
            <a:off x="8955336" y="5959700"/>
            <a:ext cx="2501218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703" name="Text 1610"/>
          <p:cNvSpPr/>
          <p:nvPr/>
        </p:nvSpPr>
        <p:spPr>
          <a:xfrm>
            <a:off x="8955336" y="6165393"/>
            <a:ext cx="250121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704" name="Text 1611"/>
          <p:cNvSpPr/>
          <p:nvPr/>
        </p:nvSpPr>
        <p:spPr>
          <a:xfrm>
            <a:off x="8955336" y="6349435"/>
            <a:ext cx="2501218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705" name="Text 1612"/>
          <p:cNvSpPr/>
          <p:nvPr/>
        </p:nvSpPr>
        <p:spPr>
          <a:xfrm>
            <a:off x="11618526" y="5775658"/>
            <a:ext cx="250121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706" name="Text 1613"/>
          <p:cNvSpPr/>
          <p:nvPr/>
        </p:nvSpPr>
        <p:spPr>
          <a:xfrm>
            <a:off x="11618526" y="5959700"/>
            <a:ext cx="2501218" cy="362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707" name="Text 1614"/>
          <p:cNvSpPr/>
          <p:nvPr/>
        </p:nvSpPr>
        <p:spPr>
          <a:xfrm>
            <a:off x="11618526" y="6327783"/>
            <a:ext cx="2501218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708" name="Text 1615"/>
          <p:cNvSpPr/>
          <p:nvPr/>
        </p:nvSpPr>
        <p:spPr>
          <a:xfrm>
            <a:off x="11618526" y="6511824"/>
            <a:ext cx="2501218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709" name="Shape 1616"/>
          <p:cNvSpPr/>
          <p:nvPr/>
        </p:nvSpPr>
        <p:spPr>
          <a:xfrm>
            <a:off x="14281715" y="5775658"/>
            <a:ext cx="2425019" cy="303127"/>
          </a:xfrm>
          <a:prstGeom prst="roundRect">
            <a:avLst>
              <a:gd name="adj" fmla="val 6284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710" name="Text 1617"/>
          <p:cNvSpPr/>
          <p:nvPr/>
        </p:nvSpPr>
        <p:spPr>
          <a:xfrm>
            <a:off x="14406006" y="5862265"/>
            <a:ext cx="1019413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711" name="Shape 1618"/>
          <p:cNvSpPr/>
          <p:nvPr/>
        </p:nvSpPr>
        <p:spPr>
          <a:xfrm>
            <a:off x="14281715" y="6143741"/>
            <a:ext cx="2425019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12" name="Text 1619"/>
          <p:cNvSpPr/>
          <p:nvPr/>
        </p:nvSpPr>
        <p:spPr>
          <a:xfrm>
            <a:off x="14406006" y="6230349"/>
            <a:ext cx="1574921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713" name="Shape 1620"/>
          <p:cNvSpPr/>
          <p:nvPr/>
        </p:nvSpPr>
        <p:spPr>
          <a:xfrm>
            <a:off x="14281715" y="6511824"/>
            <a:ext cx="2425019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14" name="Text 1621"/>
          <p:cNvSpPr/>
          <p:nvPr/>
        </p:nvSpPr>
        <p:spPr>
          <a:xfrm>
            <a:off x="14406006" y="6598432"/>
            <a:ext cx="1044786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715" name="Shape 1622"/>
          <p:cNvSpPr/>
          <p:nvPr/>
        </p:nvSpPr>
        <p:spPr>
          <a:xfrm>
            <a:off x="5880759" y="7346725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6" name="Text 1623"/>
          <p:cNvSpPr/>
          <p:nvPr/>
        </p:nvSpPr>
        <p:spPr>
          <a:xfrm>
            <a:off x="5937909" y="7075193"/>
            <a:ext cx="18882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717" name="Shape 1624"/>
          <p:cNvSpPr/>
          <p:nvPr/>
        </p:nvSpPr>
        <p:spPr>
          <a:xfrm>
            <a:off x="6183886" y="7346725"/>
            <a:ext cx="184041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18" name="Text 1625"/>
          <p:cNvSpPr/>
          <p:nvPr/>
        </p:nvSpPr>
        <p:spPr>
          <a:xfrm>
            <a:off x="6279136" y="7075193"/>
            <a:ext cx="172611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719" name="Shape 1626"/>
          <p:cNvSpPr/>
          <p:nvPr/>
        </p:nvSpPr>
        <p:spPr>
          <a:xfrm>
            <a:off x="8024302" y="7346725"/>
            <a:ext cx="207858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0" name="Text 1627"/>
          <p:cNvSpPr/>
          <p:nvPr/>
        </p:nvSpPr>
        <p:spPr>
          <a:xfrm>
            <a:off x="8119552" y="7075193"/>
            <a:ext cx="196428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721" name="Shape 1628"/>
          <p:cNvSpPr/>
          <p:nvPr/>
        </p:nvSpPr>
        <p:spPr>
          <a:xfrm>
            <a:off x="10102889" y="7346725"/>
            <a:ext cx="86607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2" name="Text 1629"/>
          <p:cNvSpPr/>
          <p:nvPr/>
        </p:nvSpPr>
        <p:spPr>
          <a:xfrm>
            <a:off x="10121939" y="7075193"/>
            <a:ext cx="751779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723" name="Shape 1630"/>
          <p:cNvSpPr/>
          <p:nvPr/>
        </p:nvSpPr>
        <p:spPr>
          <a:xfrm>
            <a:off x="10968968" y="7346725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4" name="Text 1631"/>
          <p:cNvSpPr/>
          <p:nvPr/>
        </p:nvSpPr>
        <p:spPr>
          <a:xfrm>
            <a:off x="11064218" y="7075193"/>
            <a:ext cx="129307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725" name="Shape 1632"/>
          <p:cNvSpPr/>
          <p:nvPr/>
        </p:nvSpPr>
        <p:spPr>
          <a:xfrm>
            <a:off x="12376345" y="7346725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6" name="Text 1633"/>
          <p:cNvSpPr/>
          <p:nvPr/>
        </p:nvSpPr>
        <p:spPr>
          <a:xfrm>
            <a:off x="12395395" y="7075193"/>
            <a:ext cx="96829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727" name="Shape 1634"/>
          <p:cNvSpPr/>
          <p:nvPr/>
        </p:nvSpPr>
        <p:spPr>
          <a:xfrm>
            <a:off x="13458941" y="7346725"/>
            <a:ext cx="216519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28" name="Shape 1635"/>
          <p:cNvSpPr/>
          <p:nvPr/>
        </p:nvSpPr>
        <p:spPr>
          <a:xfrm>
            <a:off x="13567202" y="7139731"/>
            <a:ext cx="1948675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9" name="Shape 1636"/>
          <p:cNvSpPr/>
          <p:nvPr/>
        </p:nvSpPr>
        <p:spPr>
          <a:xfrm>
            <a:off x="13578027" y="7150557"/>
            <a:ext cx="1233147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30" name="Shape 1637"/>
          <p:cNvSpPr/>
          <p:nvPr/>
        </p:nvSpPr>
        <p:spPr>
          <a:xfrm>
            <a:off x="14811174" y="7150557"/>
            <a:ext cx="462472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731" name="Shape 1638"/>
          <p:cNvSpPr/>
          <p:nvPr/>
        </p:nvSpPr>
        <p:spPr>
          <a:xfrm>
            <a:off x="15273646" y="7150557"/>
            <a:ext cx="231236" cy="43304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732" name="Shape 1639"/>
          <p:cNvSpPr/>
          <p:nvPr/>
        </p:nvSpPr>
        <p:spPr>
          <a:xfrm>
            <a:off x="15624137" y="7346725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3" name="Text 1640"/>
          <p:cNvSpPr/>
          <p:nvPr/>
        </p:nvSpPr>
        <p:spPr>
          <a:xfrm>
            <a:off x="15643187" y="7075193"/>
            <a:ext cx="1076558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734" name="Shape 1641"/>
          <p:cNvSpPr/>
          <p:nvPr/>
        </p:nvSpPr>
        <p:spPr>
          <a:xfrm>
            <a:off x="5880759" y="7703983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5" name="Text 1642"/>
          <p:cNvSpPr/>
          <p:nvPr/>
        </p:nvSpPr>
        <p:spPr>
          <a:xfrm>
            <a:off x="5937909" y="7432450"/>
            <a:ext cx="18882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736" name="Shape 1643"/>
          <p:cNvSpPr/>
          <p:nvPr/>
        </p:nvSpPr>
        <p:spPr>
          <a:xfrm>
            <a:off x="6183886" y="7703983"/>
            <a:ext cx="184041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7" name="Text 1644"/>
          <p:cNvSpPr/>
          <p:nvPr/>
        </p:nvSpPr>
        <p:spPr>
          <a:xfrm>
            <a:off x="6279136" y="7432450"/>
            <a:ext cx="172611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738" name="Shape 1645"/>
          <p:cNvSpPr/>
          <p:nvPr/>
        </p:nvSpPr>
        <p:spPr>
          <a:xfrm>
            <a:off x="8024302" y="7703983"/>
            <a:ext cx="207858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39" name="Text 1646"/>
          <p:cNvSpPr/>
          <p:nvPr/>
        </p:nvSpPr>
        <p:spPr>
          <a:xfrm>
            <a:off x="8119552" y="7432450"/>
            <a:ext cx="196428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740" name="Shape 1647"/>
          <p:cNvSpPr/>
          <p:nvPr/>
        </p:nvSpPr>
        <p:spPr>
          <a:xfrm>
            <a:off x="10102889" y="7703983"/>
            <a:ext cx="86607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1" name="Text 1648"/>
          <p:cNvSpPr/>
          <p:nvPr/>
        </p:nvSpPr>
        <p:spPr>
          <a:xfrm>
            <a:off x="10121939" y="7432450"/>
            <a:ext cx="751779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742" name="Shape 1649"/>
          <p:cNvSpPr/>
          <p:nvPr/>
        </p:nvSpPr>
        <p:spPr>
          <a:xfrm>
            <a:off x="10968968" y="7703983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3" name="Text 1650"/>
          <p:cNvSpPr/>
          <p:nvPr/>
        </p:nvSpPr>
        <p:spPr>
          <a:xfrm>
            <a:off x="11064218" y="7432450"/>
            <a:ext cx="129307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744" name="Shape 1651"/>
          <p:cNvSpPr/>
          <p:nvPr/>
        </p:nvSpPr>
        <p:spPr>
          <a:xfrm>
            <a:off x="12376345" y="7703983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5" name="Text 1652"/>
          <p:cNvSpPr/>
          <p:nvPr/>
        </p:nvSpPr>
        <p:spPr>
          <a:xfrm>
            <a:off x="12395395" y="7432450"/>
            <a:ext cx="96829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746" name="Shape 1653"/>
          <p:cNvSpPr/>
          <p:nvPr/>
        </p:nvSpPr>
        <p:spPr>
          <a:xfrm>
            <a:off x="13458941" y="7703983"/>
            <a:ext cx="216519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47" name="Shape 1654"/>
          <p:cNvSpPr/>
          <p:nvPr/>
        </p:nvSpPr>
        <p:spPr>
          <a:xfrm>
            <a:off x="13567202" y="7496988"/>
            <a:ext cx="1948675" cy="64955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48" name="Shape 1655"/>
          <p:cNvSpPr/>
          <p:nvPr/>
        </p:nvSpPr>
        <p:spPr>
          <a:xfrm>
            <a:off x="13578027" y="7507814"/>
            <a:ext cx="1927024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49" name="Shape 1656"/>
          <p:cNvSpPr/>
          <p:nvPr/>
        </p:nvSpPr>
        <p:spPr>
          <a:xfrm>
            <a:off x="15624137" y="7703983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0" name="Text 1657"/>
          <p:cNvSpPr/>
          <p:nvPr/>
        </p:nvSpPr>
        <p:spPr>
          <a:xfrm>
            <a:off x="15643187" y="7432450"/>
            <a:ext cx="1076558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751" name="Shape 1658"/>
          <p:cNvSpPr/>
          <p:nvPr/>
        </p:nvSpPr>
        <p:spPr>
          <a:xfrm>
            <a:off x="5880759" y="8061240"/>
            <a:ext cx="30312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2" name="Text 1659"/>
          <p:cNvSpPr/>
          <p:nvPr/>
        </p:nvSpPr>
        <p:spPr>
          <a:xfrm>
            <a:off x="5937909" y="7789708"/>
            <a:ext cx="18882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753" name="Shape 1660"/>
          <p:cNvSpPr/>
          <p:nvPr/>
        </p:nvSpPr>
        <p:spPr>
          <a:xfrm>
            <a:off x="6183886" y="8061240"/>
            <a:ext cx="184041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4" name="Text 1661"/>
          <p:cNvSpPr/>
          <p:nvPr/>
        </p:nvSpPr>
        <p:spPr>
          <a:xfrm>
            <a:off x="6279136" y="7789708"/>
            <a:ext cx="1726116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755" name="Shape 1662"/>
          <p:cNvSpPr/>
          <p:nvPr/>
        </p:nvSpPr>
        <p:spPr>
          <a:xfrm>
            <a:off x="8024302" y="8061240"/>
            <a:ext cx="207858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6" name="Text 1663"/>
          <p:cNvSpPr/>
          <p:nvPr/>
        </p:nvSpPr>
        <p:spPr>
          <a:xfrm>
            <a:off x="8119552" y="7789708"/>
            <a:ext cx="196428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757" name="Shape 1664"/>
          <p:cNvSpPr/>
          <p:nvPr/>
        </p:nvSpPr>
        <p:spPr>
          <a:xfrm>
            <a:off x="10102889" y="8061240"/>
            <a:ext cx="86607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58" name="Text 1665"/>
          <p:cNvSpPr/>
          <p:nvPr/>
        </p:nvSpPr>
        <p:spPr>
          <a:xfrm>
            <a:off x="10121939" y="7789708"/>
            <a:ext cx="751779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759" name="Shape 1666"/>
          <p:cNvSpPr/>
          <p:nvPr/>
        </p:nvSpPr>
        <p:spPr>
          <a:xfrm>
            <a:off x="10968968" y="8061240"/>
            <a:ext cx="14073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0" name="Text 1667"/>
          <p:cNvSpPr/>
          <p:nvPr/>
        </p:nvSpPr>
        <p:spPr>
          <a:xfrm>
            <a:off x="11064218" y="7789708"/>
            <a:ext cx="129307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761" name="Shape 1668"/>
          <p:cNvSpPr/>
          <p:nvPr/>
        </p:nvSpPr>
        <p:spPr>
          <a:xfrm>
            <a:off x="12376345" y="8061240"/>
            <a:ext cx="108259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2" name="Text 1669"/>
          <p:cNvSpPr/>
          <p:nvPr/>
        </p:nvSpPr>
        <p:spPr>
          <a:xfrm>
            <a:off x="12395395" y="7789708"/>
            <a:ext cx="968297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763" name="Shape 1670"/>
          <p:cNvSpPr/>
          <p:nvPr/>
        </p:nvSpPr>
        <p:spPr>
          <a:xfrm>
            <a:off x="13458941" y="8061240"/>
            <a:ext cx="216519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4" name="Shape 1671"/>
          <p:cNvSpPr/>
          <p:nvPr/>
        </p:nvSpPr>
        <p:spPr>
          <a:xfrm>
            <a:off x="13567202" y="7854245"/>
            <a:ext cx="1948675" cy="64956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65" name="Shape 1672"/>
          <p:cNvSpPr/>
          <p:nvPr/>
        </p:nvSpPr>
        <p:spPr>
          <a:xfrm>
            <a:off x="13578027" y="7865071"/>
            <a:ext cx="770675" cy="43304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766" name="Shape 1673"/>
          <p:cNvSpPr/>
          <p:nvPr/>
        </p:nvSpPr>
        <p:spPr>
          <a:xfrm>
            <a:off x="14348702" y="7865071"/>
            <a:ext cx="867092" cy="43304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767" name="Shape 1674"/>
          <p:cNvSpPr/>
          <p:nvPr/>
        </p:nvSpPr>
        <p:spPr>
          <a:xfrm>
            <a:off x="15215795" y="7865071"/>
            <a:ext cx="288918" cy="43304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768" name="Shape 1675"/>
          <p:cNvSpPr/>
          <p:nvPr/>
        </p:nvSpPr>
        <p:spPr>
          <a:xfrm>
            <a:off x="15624137" y="8061240"/>
            <a:ext cx="11908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769" name="Text 1676"/>
          <p:cNvSpPr/>
          <p:nvPr/>
        </p:nvSpPr>
        <p:spPr>
          <a:xfrm>
            <a:off x="15643187" y="7789708"/>
            <a:ext cx="1076558" cy="23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sp>
        <p:nvSpPr>
          <p:cNvPr id="1770" name="Text 1677"/>
          <p:cNvSpPr/>
          <p:nvPr/>
        </p:nvSpPr>
        <p:spPr>
          <a:xfrm>
            <a:off x="9717137" y="10139363"/>
            <a:ext cx="11395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 6/7</a:t>
            </a:r>
            <a:endParaRPr lang="en-US" sz="1050" dirty="0"/>
          </a:p>
        </p:txBody>
      </p:sp>
      <p:sp>
        <p:nvSpPr>
          <p:cNvPr id="1771" name="Shape 1678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72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773" name="Shape 1679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74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775" name="Shape 1680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76" name="Shape 1681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77" name="Shape 1682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78" name="Shape 1683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79" name="Shape 1684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80" name="Shape 1685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81" name="Shape 1686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3" name="Text 1"/>
          <p:cNvSpPr/>
          <p:nvPr/>
        </p:nvSpPr>
        <p:spPr>
          <a:xfrm>
            <a:off x="4072599" y="-135732"/>
            <a:ext cx="772390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72569" y="277627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emblem candidates · grid-friendly · readable at 16px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2569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72569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7" name="Shape 5"/>
          <p:cNvSpPr/>
          <p:nvPr/>
        </p:nvSpPr>
        <p:spPr>
          <a:xfrm>
            <a:off x="4072569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026" y="906123"/>
            <a:ext cx="308529" cy="308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1837" y="1331972"/>
            <a:ext cx="25189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SENTRY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5969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1837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aperture enclosing a centered observer node. Reads as 'watching' without weapons or radar.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4111837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37" y="1560125"/>
            <a:ext cx="44877" cy="448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3542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25" y="1548906"/>
            <a:ext cx="67315" cy="673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4269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52" y="1532077"/>
            <a:ext cx="100973" cy="1009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8654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048642" y="825266"/>
            <a:ext cx="841442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48642" y="825266"/>
            <a:ext cx="841442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1" name="Shape 15"/>
          <p:cNvSpPr/>
          <p:nvPr/>
        </p:nvSpPr>
        <p:spPr>
          <a:xfrm>
            <a:off x="5048642" y="1288789"/>
            <a:ext cx="841442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099" y="906123"/>
            <a:ext cx="308529" cy="3085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7910" y="1331972"/>
            <a:ext cx="29786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APERTURE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32042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87910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Corner registration marks frame an opening. Suggests calibration, system observation.</a:t>
            </a:r>
            <a:endParaRPr lang="en-US" sz="863" dirty="0"/>
          </a:p>
        </p:txBody>
      </p:sp>
      <p:sp>
        <p:nvSpPr>
          <p:cNvPr id="26" name="Shape 19"/>
          <p:cNvSpPr/>
          <p:nvPr/>
        </p:nvSpPr>
        <p:spPr>
          <a:xfrm>
            <a:off x="5087910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910" y="1560125"/>
            <a:ext cx="44877" cy="448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496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198" y="1548906"/>
            <a:ext cx="67316" cy="673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0342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925" y="1532077"/>
            <a:ext cx="100973" cy="10097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564727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024715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024715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5" name="Shape 25"/>
          <p:cNvSpPr/>
          <p:nvPr/>
        </p:nvSpPr>
        <p:spPr>
          <a:xfrm>
            <a:off x="6024715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72" y="906123"/>
            <a:ext cx="308529" cy="30852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63982" y="1331972"/>
            <a:ext cx="24755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SIGIL V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08115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6063982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Pixel-stacked V with a sentinel dot above. Letterform-as-mark; pairs with the wordmark.</a:t>
            </a:r>
            <a:endParaRPr lang="en-US" sz="863" dirty="0"/>
          </a:p>
        </p:txBody>
      </p:sp>
      <p:sp>
        <p:nvSpPr>
          <p:cNvPr id="40" name="Shape 29"/>
          <p:cNvSpPr/>
          <p:nvPr/>
        </p:nvSpPr>
        <p:spPr>
          <a:xfrm>
            <a:off x="6063982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3982" y="1560125"/>
            <a:ext cx="44877" cy="4487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1256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271" y="1548906"/>
            <a:ext cx="67316" cy="673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6415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2997" y="1532077"/>
            <a:ext cx="100973" cy="10097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540800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47" name="Shape 33"/>
          <p:cNvSpPr/>
          <p:nvPr/>
        </p:nvSpPr>
        <p:spPr>
          <a:xfrm>
            <a:off x="7000788" y="825266"/>
            <a:ext cx="841443" cy="84144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000788" y="825266"/>
            <a:ext cx="841443" cy="8414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49" name="Shape 35"/>
          <p:cNvSpPr/>
          <p:nvPr/>
        </p:nvSpPr>
        <p:spPr>
          <a:xfrm>
            <a:off x="7000788" y="1288789"/>
            <a:ext cx="841443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7245" y="906123"/>
            <a:ext cx="308529" cy="308529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40055" y="1331972"/>
            <a:ext cx="25176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LATTICE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7584188" y="1337581"/>
            <a:ext cx="2949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24 · 110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7040055" y="1390873"/>
            <a:ext cx="839108" cy="13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3×3 node grid with one core node lit. Reads as system / network / locality.</a:t>
            </a:r>
            <a:endParaRPr lang="en-US" sz="863" dirty="0"/>
          </a:p>
        </p:txBody>
      </p:sp>
      <p:sp>
        <p:nvSpPr>
          <p:cNvPr id="54" name="Shape 39"/>
          <p:cNvSpPr/>
          <p:nvPr/>
        </p:nvSpPr>
        <p:spPr>
          <a:xfrm>
            <a:off x="7040055" y="1512443"/>
            <a:ext cx="76290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055" y="1560125"/>
            <a:ext cx="44877" cy="44877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7101761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16px</a:t>
            </a:r>
            <a:endParaRPr lang="en-US" sz="75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8344" y="1548906"/>
            <a:ext cx="67316" cy="6731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292488" y="1564332"/>
            <a:ext cx="1435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24px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070" y="1532077"/>
            <a:ext cx="100973" cy="100973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516873" y="1564332"/>
            <a:ext cx="143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36px</a:t>
            </a:r>
            <a:endParaRPr lang="en-US" sz="750" dirty="0"/>
          </a:p>
        </p:txBody>
      </p:sp>
      <p:sp>
        <p:nvSpPr>
          <p:cNvPr id="61" name="Text 43"/>
          <p:cNvSpPr/>
          <p:nvPr/>
        </p:nvSpPr>
        <p:spPr>
          <a:xfrm>
            <a:off x="4072599" y="2428695"/>
            <a:ext cx="970392" cy="3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0" kern="0" dirty="0">
                <a:solidFill>
                  <a:srgbClr val="281E1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2100" dirty="0"/>
          </a:p>
        </p:txBody>
      </p:sp>
      <p:sp>
        <p:nvSpPr>
          <p:cNvPr id="62" name="Text 44"/>
          <p:cNvSpPr/>
          <p:nvPr/>
        </p:nvSpPr>
        <p:spPr>
          <a:xfrm>
            <a:off x="4072569" y="2842053"/>
            <a:ext cx="26717022" cy="242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C32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1200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9450" y="3175396"/>
            <a:ext cx="85725" cy="12382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4318525" y="3165870"/>
            <a:ext cx="71898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Home</a:t>
            </a:r>
            <a:endParaRPr lang="en-US" sz="1125" dirty="0"/>
          </a:p>
        </p:txBody>
      </p:sp>
      <p:sp>
        <p:nvSpPr>
          <p:cNvPr id="65" name="Shape 46"/>
          <p:cNvSpPr/>
          <p:nvPr/>
        </p:nvSpPr>
        <p:spPr>
          <a:xfrm>
            <a:off x="4072569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6" name="Shape 47"/>
          <p:cNvSpPr/>
          <p:nvPr/>
        </p:nvSpPr>
        <p:spPr>
          <a:xfrm>
            <a:off x="4072569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67" name="Shape 48"/>
          <p:cNvSpPr/>
          <p:nvPr/>
        </p:nvSpPr>
        <p:spPr>
          <a:xfrm>
            <a:off x="4072569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68" name="Shape 49"/>
          <p:cNvSpPr/>
          <p:nvPr/>
        </p:nvSpPr>
        <p:spPr>
          <a:xfrm>
            <a:off x="4072569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" name="Shape 50"/>
          <p:cNvSpPr/>
          <p:nvPr/>
        </p:nvSpPr>
        <p:spPr>
          <a:xfrm>
            <a:off x="4100617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148299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19598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4222391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6773424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101980" y="3414935"/>
            <a:ext cx="3654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7430493" y="3414935"/>
            <a:ext cx="2803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76" name="Shape 57"/>
          <p:cNvSpPr/>
          <p:nvPr/>
        </p:nvSpPr>
        <p:spPr>
          <a:xfrm>
            <a:off x="4072569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77" name="Shape 58"/>
          <p:cNvSpPr/>
          <p:nvPr/>
        </p:nvSpPr>
        <p:spPr>
          <a:xfrm>
            <a:off x="4612786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" name="Shape 59"/>
          <p:cNvSpPr/>
          <p:nvPr/>
        </p:nvSpPr>
        <p:spPr>
          <a:xfrm>
            <a:off x="4072569" y="3660648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1837" y="3539749"/>
            <a:ext cx="72925" cy="72925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4212810" y="3529932"/>
            <a:ext cx="316537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1" name="Text 61"/>
          <p:cNvSpPr/>
          <p:nvPr/>
        </p:nvSpPr>
        <p:spPr>
          <a:xfrm>
            <a:off x="4212810" y="3591638"/>
            <a:ext cx="3165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2" name="Text 62"/>
          <p:cNvSpPr/>
          <p:nvPr/>
        </p:nvSpPr>
        <p:spPr>
          <a:xfrm>
            <a:off x="4224969" y="3825961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sp>
        <p:nvSpPr>
          <p:cNvPr id="83" name="Shape 63"/>
          <p:cNvSpPr/>
          <p:nvPr/>
        </p:nvSpPr>
        <p:spPr>
          <a:xfrm>
            <a:off x="4072569" y="3779561"/>
            <a:ext cx="546937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4" name="Shape 64"/>
          <p:cNvSpPr/>
          <p:nvPr/>
        </p:nvSpPr>
        <p:spPr>
          <a:xfrm>
            <a:off x="4072569" y="3779561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056" y="3803401"/>
            <a:ext cx="39267" cy="39267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419037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7" name="Text 66"/>
          <p:cNvSpPr/>
          <p:nvPr/>
        </p:nvSpPr>
        <p:spPr>
          <a:xfrm>
            <a:off x="4532251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056" y="3890350"/>
            <a:ext cx="39267" cy="39267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4190371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90" name="Text 68"/>
          <p:cNvSpPr/>
          <p:nvPr/>
        </p:nvSpPr>
        <p:spPr>
          <a:xfrm>
            <a:off x="4532251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23056" y="3977299"/>
            <a:ext cx="39267" cy="39267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419037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93" name="Text 70"/>
          <p:cNvSpPr/>
          <p:nvPr/>
        </p:nvSpPr>
        <p:spPr>
          <a:xfrm>
            <a:off x="4532251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3056" y="4064248"/>
            <a:ext cx="39267" cy="39267"/>
          </a:xfrm>
          <a:prstGeom prst="rect">
            <a:avLst/>
          </a:prstGeom>
        </p:spPr>
      </p:pic>
      <p:sp>
        <p:nvSpPr>
          <p:cNvPr id="95" name="Text 71"/>
          <p:cNvSpPr/>
          <p:nvPr/>
        </p:nvSpPr>
        <p:spPr>
          <a:xfrm>
            <a:off x="419037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96" name="Text 72"/>
          <p:cNvSpPr/>
          <p:nvPr/>
        </p:nvSpPr>
        <p:spPr>
          <a:xfrm>
            <a:off x="4532251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056" y="4151197"/>
            <a:ext cx="39267" cy="39267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419037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99" name="Text 74"/>
          <p:cNvSpPr/>
          <p:nvPr/>
        </p:nvSpPr>
        <p:spPr>
          <a:xfrm>
            <a:off x="4532251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0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3056" y="4238147"/>
            <a:ext cx="39267" cy="39267"/>
          </a:xfrm>
          <a:prstGeom prst="rect">
            <a:avLst/>
          </a:prstGeom>
        </p:spPr>
      </p:pic>
      <p:sp>
        <p:nvSpPr>
          <p:cNvPr id="101" name="Text 75"/>
          <p:cNvSpPr/>
          <p:nvPr/>
        </p:nvSpPr>
        <p:spPr>
          <a:xfrm>
            <a:off x="4190371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02" name="Text 76"/>
          <p:cNvSpPr/>
          <p:nvPr/>
        </p:nvSpPr>
        <p:spPr>
          <a:xfrm>
            <a:off x="4532251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03" name="Text 77"/>
          <p:cNvSpPr/>
          <p:nvPr/>
        </p:nvSpPr>
        <p:spPr>
          <a:xfrm>
            <a:off x="4224969" y="4434604"/>
            <a:ext cx="3183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0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3056" y="4412044"/>
            <a:ext cx="39267" cy="39267"/>
          </a:xfrm>
          <a:prstGeom prst="rect">
            <a:avLst/>
          </a:prstGeom>
        </p:spPr>
      </p:pic>
      <p:sp>
        <p:nvSpPr>
          <p:cNvPr id="105" name="Text 78"/>
          <p:cNvSpPr/>
          <p:nvPr/>
        </p:nvSpPr>
        <p:spPr>
          <a:xfrm>
            <a:off x="419037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06" name="Text 79"/>
          <p:cNvSpPr/>
          <p:nvPr/>
        </p:nvSpPr>
        <p:spPr>
          <a:xfrm>
            <a:off x="4532251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07" name="Shape 80"/>
          <p:cNvSpPr/>
          <p:nvPr/>
        </p:nvSpPr>
        <p:spPr>
          <a:xfrm>
            <a:off x="4072569" y="5455433"/>
            <a:ext cx="54693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" name="Shape 81"/>
          <p:cNvSpPr/>
          <p:nvPr/>
        </p:nvSpPr>
        <p:spPr>
          <a:xfrm>
            <a:off x="4111837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09" name="Text 82"/>
          <p:cNvSpPr/>
          <p:nvPr/>
        </p:nvSpPr>
        <p:spPr>
          <a:xfrm>
            <a:off x="4145494" y="5494700"/>
            <a:ext cx="3313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0" name="Text 83"/>
          <p:cNvSpPr/>
          <p:nvPr/>
        </p:nvSpPr>
        <p:spPr>
          <a:xfrm>
            <a:off x="4111837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4111837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4622311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" name="Shape 86"/>
          <p:cNvSpPr/>
          <p:nvPr/>
        </p:nvSpPr>
        <p:spPr>
          <a:xfrm>
            <a:off x="4622311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4" name="Shape 87"/>
          <p:cNvSpPr/>
          <p:nvPr/>
        </p:nvSpPr>
        <p:spPr>
          <a:xfrm>
            <a:off x="4622311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5" name="Text 88"/>
          <p:cNvSpPr/>
          <p:nvPr/>
        </p:nvSpPr>
        <p:spPr>
          <a:xfrm>
            <a:off x="4684017" y="3508896"/>
            <a:ext cx="108571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HOME</a:t>
            </a:r>
            <a:endParaRPr lang="en-US" sz="975" dirty="0"/>
          </a:p>
        </p:txBody>
      </p:sp>
      <p:sp>
        <p:nvSpPr>
          <p:cNvPr id="116" name="Text 89"/>
          <p:cNvSpPr/>
          <p:nvPr/>
        </p:nvSpPr>
        <p:spPr>
          <a:xfrm>
            <a:off x="4684017" y="3564992"/>
            <a:ext cx="10857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session · 2026-05-08 17:42 · 4m 28s · llama3.2:3b</a:t>
            </a:r>
            <a:endParaRPr lang="en-US" sz="825" dirty="0"/>
          </a:p>
        </p:txBody>
      </p:sp>
      <p:sp>
        <p:nvSpPr>
          <p:cNvPr id="117" name="Shape 90"/>
          <p:cNvSpPr/>
          <p:nvPr/>
        </p:nvSpPr>
        <p:spPr>
          <a:xfrm>
            <a:off x="6832806" y="3517311"/>
            <a:ext cx="34516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8" name="Text 91"/>
          <p:cNvSpPr/>
          <p:nvPr/>
        </p:nvSpPr>
        <p:spPr>
          <a:xfrm>
            <a:off x="6836779" y="3539749"/>
            <a:ext cx="3372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last report</a:t>
            </a:r>
            <a:endParaRPr lang="en-US" sz="900" dirty="0"/>
          </a:p>
        </p:txBody>
      </p:sp>
      <p:sp>
        <p:nvSpPr>
          <p:cNvPr id="119" name="Shape 92"/>
          <p:cNvSpPr/>
          <p:nvPr/>
        </p:nvSpPr>
        <p:spPr>
          <a:xfrm>
            <a:off x="7200412" y="3517311"/>
            <a:ext cx="400605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0" name="Text 93"/>
          <p:cNvSpPr/>
          <p:nvPr/>
        </p:nvSpPr>
        <p:spPr>
          <a:xfrm>
            <a:off x="7204384" y="3539749"/>
            <a:ext cx="392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quick cleanup</a:t>
            </a:r>
            <a:endParaRPr lang="en-US" sz="900" dirty="0"/>
          </a:p>
        </p:txBody>
      </p:sp>
      <p:sp>
        <p:nvSpPr>
          <p:cNvPr id="121" name="Shape 94"/>
          <p:cNvSpPr/>
          <p:nvPr/>
        </p:nvSpPr>
        <p:spPr>
          <a:xfrm>
            <a:off x="4684017" y="3698221"/>
            <a:ext cx="2917000" cy="641074"/>
          </a:xfrm>
          <a:prstGeom prst="roundRect">
            <a:avLst>
              <a:gd name="adj" fmla="val 2972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4686822" y="3814912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" name="Text 96"/>
          <p:cNvSpPr/>
          <p:nvPr/>
        </p:nvSpPr>
        <p:spPr>
          <a:xfrm>
            <a:off x="4726089" y="3741695"/>
            <a:ext cx="4846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PREVIOUS SESSION</a:t>
            </a:r>
            <a:endParaRPr lang="en-US" sz="825" dirty="0"/>
          </a:p>
        </p:txBody>
      </p:sp>
      <p:sp>
        <p:nvSpPr>
          <p:cNvPr id="124" name="Text 97"/>
          <p:cNvSpPr/>
          <p:nvPr/>
        </p:nvSpPr>
        <p:spPr>
          <a:xfrm>
            <a:off x="5162631" y="3744501"/>
            <a:ext cx="280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0008-2605</a:t>
            </a:r>
            <a:endParaRPr lang="en-US" sz="750" dirty="0"/>
          </a:p>
        </p:txBody>
      </p:sp>
      <p:sp>
        <p:nvSpPr>
          <p:cNvPr id="125" name="Shape 98"/>
          <p:cNvSpPr/>
          <p:nvPr/>
        </p:nvSpPr>
        <p:spPr>
          <a:xfrm>
            <a:off x="6576824" y="3731879"/>
            <a:ext cx="393242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26" name="Text 99"/>
          <p:cNvSpPr/>
          <p:nvPr/>
        </p:nvSpPr>
        <p:spPr>
          <a:xfrm>
            <a:off x="6630115" y="3743098"/>
            <a:ext cx="39090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COMPLETE</a:t>
            </a:r>
            <a:endParaRPr lang="en-US" sz="750" dirty="0"/>
          </a:p>
        </p:txBody>
      </p:sp>
      <p:sp>
        <p:nvSpPr>
          <p:cNvPr id="127" name="Text 100"/>
          <p:cNvSpPr/>
          <p:nvPr/>
        </p:nvSpPr>
        <p:spPr>
          <a:xfrm>
            <a:off x="6998115" y="3741695"/>
            <a:ext cx="63703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4m 28s · 187,420 items scanned</a:t>
            </a:r>
            <a:endParaRPr lang="en-US" sz="825" dirty="0"/>
          </a:p>
        </p:txBody>
      </p:sp>
      <p:sp>
        <p:nvSpPr>
          <p:cNvPr id="128" name="Shape 101"/>
          <p:cNvSpPr/>
          <p:nvPr/>
        </p:nvSpPr>
        <p:spPr>
          <a:xfrm>
            <a:off x="5876089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" name="Text 102"/>
          <p:cNvSpPr/>
          <p:nvPr/>
        </p:nvSpPr>
        <p:spPr>
          <a:xfrm>
            <a:off x="4754137" y="3886143"/>
            <a:ext cx="11375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RECLAIMABLE</a:t>
            </a:r>
            <a:endParaRPr lang="en-US" sz="750" dirty="0"/>
          </a:p>
        </p:txBody>
      </p:sp>
      <p:sp>
        <p:nvSpPr>
          <p:cNvPr id="130" name="Text 103"/>
          <p:cNvSpPr/>
          <p:nvPr/>
        </p:nvSpPr>
        <p:spPr>
          <a:xfrm>
            <a:off x="4754137" y="3945044"/>
            <a:ext cx="1137556" cy="217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pPr algn="l" indent="0" marL="0">
              <a:lnSpc>
                <a:spcPct val="100000"/>
              </a:lnSpc>
              <a:buNone/>
            </a:pPr>
            <a:r>
              <a:rPr lang="en-US" sz="2160" spc="-96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800" dirty="0"/>
          </a:p>
        </p:txBody>
      </p:sp>
      <p:sp>
        <p:nvSpPr>
          <p:cNvPr id="131" name="Shape 104"/>
          <p:cNvSpPr/>
          <p:nvPr/>
        </p:nvSpPr>
        <p:spPr>
          <a:xfrm>
            <a:off x="4754137" y="4163819"/>
            <a:ext cx="106135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4756942" y="4166624"/>
            <a:ext cx="61232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3" name="Shape 106"/>
          <p:cNvSpPr/>
          <p:nvPr/>
        </p:nvSpPr>
        <p:spPr>
          <a:xfrm>
            <a:off x="5369266" y="4166624"/>
            <a:ext cx="285039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4" name="Shape 107"/>
          <p:cNvSpPr/>
          <p:nvPr/>
        </p:nvSpPr>
        <p:spPr>
          <a:xfrm>
            <a:off x="5654305" y="4166624"/>
            <a:ext cx="158340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5" name="Shape 108"/>
          <p:cNvSpPr/>
          <p:nvPr/>
        </p:nvSpPr>
        <p:spPr>
          <a:xfrm>
            <a:off x="4754137" y="4217110"/>
            <a:ext cx="22438" cy="2243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6" name="Text 109"/>
          <p:cNvSpPr/>
          <p:nvPr/>
        </p:nvSpPr>
        <p:spPr>
          <a:xfrm>
            <a:off x="4793405" y="4208696"/>
            <a:ext cx="1381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137" name="Text 110"/>
          <p:cNvSpPr/>
          <p:nvPr/>
        </p:nvSpPr>
        <p:spPr>
          <a:xfrm>
            <a:off x="4872202" y="4208696"/>
            <a:ext cx="18839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GB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5023662" y="4217110"/>
            <a:ext cx="22438" cy="2243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9" name="Text 112"/>
          <p:cNvSpPr/>
          <p:nvPr/>
        </p:nvSpPr>
        <p:spPr>
          <a:xfrm>
            <a:off x="5062929" y="4208696"/>
            <a:ext cx="176647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5180205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825" dirty="0"/>
          </a:p>
        </p:txBody>
      </p:sp>
      <p:sp>
        <p:nvSpPr>
          <p:cNvPr id="141" name="Shape 114"/>
          <p:cNvSpPr/>
          <p:nvPr/>
        </p:nvSpPr>
        <p:spPr>
          <a:xfrm>
            <a:off x="5331665" y="4217110"/>
            <a:ext cx="22439" cy="2243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2" name="Text 115"/>
          <p:cNvSpPr/>
          <p:nvPr/>
        </p:nvSpPr>
        <p:spPr>
          <a:xfrm>
            <a:off x="5370932" y="4208696"/>
            <a:ext cx="15127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143" name="Text 116"/>
          <p:cNvSpPr/>
          <p:nvPr/>
        </p:nvSpPr>
        <p:spPr>
          <a:xfrm>
            <a:off x="5462833" y="4208696"/>
            <a:ext cx="18839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GB</a:t>
            </a:r>
            <a:endParaRPr lang="en-US" sz="825" dirty="0"/>
          </a:p>
        </p:txBody>
      </p:sp>
      <p:sp>
        <p:nvSpPr>
          <p:cNvPr id="144" name="Shape 117"/>
          <p:cNvSpPr/>
          <p:nvPr/>
        </p:nvSpPr>
        <p:spPr>
          <a:xfrm>
            <a:off x="6732388" y="3824437"/>
            <a:ext cx="9525" cy="512052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" name="Text 118"/>
          <p:cNvSpPr/>
          <p:nvPr/>
        </p:nvSpPr>
        <p:spPr>
          <a:xfrm>
            <a:off x="5952930" y="3886143"/>
            <a:ext cx="79506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750" dirty="0"/>
          </a:p>
        </p:txBody>
      </p:sp>
      <p:sp>
        <p:nvSpPr>
          <p:cNvPr id="146" name="Text 119"/>
          <p:cNvSpPr/>
          <p:nvPr/>
        </p:nvSpPr>
        <p:spPr>
          <a:xfrm>
            <a:off x="5952930" y="3945044"/>
            <a:ext cx="795063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3600" dirty="0"/>
          </a:p>
        </p:txBody>
      </p:sp>
      <p:sp>
        <p:nvSpPr>
          <p:cNvPr id="147" name="Text 120"/>
          <p:cNvSpPr/>
          <p:nvPr/>
        </p:nvSpPr>
        <p:spPr>
          <a:xfrm>
            <a:off x="5952930" y="4113333"/>
            <a:ext cx="795063" cy="1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Cache · Media · Archives · Browser · Duplicates · Dev · Logs</a:t>
            </a:r>
            <a:endParaRPr lang="en-US" sz="900" dirty="0"/>
          </a:p>
        </p:txBody>
      </p:sp>
      <p:sp>
        <p:nvSpPr>
          <p:cNvPr id="148" name="Text 121"/>
          <p:cNvSpPr/>
          <p:nvPr/>
        </p:nvSpPr>
        <p:spPr>
          <a:xfrm>
            <a:off x="6809229" y="3886143"/>
            <a:ext cx="79782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49" name="Text 122"/>
          <p:cNvSpPr/>
          <p:nvPr/>
        </p:nvSpPr>
        <p:spPr>
          <a:xfrm>
            <a:off x="6809229" y="3945044"/>
            <a:ext cx="797825" cy="17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7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1,083</a:t>
            </a:r>
            <a:endParaRPr lang="en-US" sz="3600" dirty="0"/>
          </a:p>
        </p:txBody>
      </p:sp>
      <p:sp>
        <p:nvSpPr>
          <p:cNvPr id="150" name="Text 123"/>
          <p:cNvSpPr/>
          <p:nvPr/>
        </p:nvSpPr>
        <p:spPr>
          <a:xfrm>
            <a:off x="6809229" y="4113333"/>
            <a:ext cx="797825" cy="14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explanations generated </a:t>
            </a:r>
            <a:pPr algn="l" indent="0" marL="0">
              <a:lnSpc>
                <a:spcPct val="160000"/>
              </a:lnSpc>
              <a:buNone/>
            </a:pPr>
            <a:r>
              <a:rPr lang="en-US" sz="90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0.21s · standard mode</a:t>
            </a:r>
            <a:endParaRPr lang="en-US" sz="900" dirty="0"/>
          </a:p>
        </p:txBody>
      </p:sp>
      <p:sp>
        <p:nvSpPr>
          <p:cNvPr id="151" name="Shape 124"/>
          <p:cNvSpPr/>
          <p:nvPr/>
        </p:nvSpPr>
        <p:spPr>
          <a:xfrm>
            <a:off x="4684017" y="4384171"/>
            <a:ext cx="1723247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2" name="Shape 125"/>
          <p:cNvSpPr/>
          <p:nvPr/>
        </p:nvSpPr>
        <p:spPr>
          <a:xfrm>
            <a:off x="4686822" y="4481229"/>
            <a:ext cx="17176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" name="Text 126"/>
          <p:cNvSpPr/>
          <p:nvPr/>
        </p:nvSpPr>
        <p:spPr>
          <a:xfrm>
            <a:off x="4726089" y="4417829"/>
            <a:ext cx="28432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CONTINUE</a:t>
            </a:r>
            <a:endParaRPr lang="en-US" sz="825" dirty="0"/>
          </a:p>
        </p:txBody>
      </p:sp>
      <p:sp>
        <p:nvSpPr>
          <p:cNvPr id="154" name="Text 127"/>
          <p:cNvSpPr/>
          <p:nvPr/>
        </p:nvSpPr>
        <p:spPr>
          <a:xfrm>
            <a:off x="4962263" y="4420634"/>
            <a:ext cx="3143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03 sessions</a:t>
            </a:r>
            <a:endParaRPr lang="en-US" sz="750" dirty="0"/>
          </a:p>
        </p:txBody>
      </p:sp>
      <p:sp>
        <p:nvSpPr>
          <p:cNvPr id="155" name="Shape 128"/>
          <p:cNvSpPr/>
          <p:nvPr/>
        </p:nvSpPr>
        <p:spPr>
          <a:xfrm>
            <a:off x="4726089" y="4530022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4762552" y="4560875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· 17:42</a:t>
            </a:r>
            <a:endParaRPr lang="en-US" sz="975" dirty="0"/>
          </a:p>
        </p:txBody>
      </p:sp>
      <p:sp>
        <p:nvSpPr>
          <p:cNvPr id="157" name="Text 130"/>
          <p:cNvSpPr/>
          <p:nvPr/>
        </p:nvSpPr>
        <p:spPr>
          <a:xfrm>
            <a:off x="5020594" y="4587520"/>
            <a:ext cx="50213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</a:t>
            </a:r>
            <a:endParaRPr lang="en-US" sz="900" dirty="0"/>
          </a:p>
        </p:txBody>
      </p:sp>
      <p:sp>
        <p:nvSpPr>
          <p:cNvPr id="158" name="Text 131"/>
          <p:cNvSpPr/>
          <p:nvPr/>
        </p:nvSpPr>
        <p:spPr>
          <a:xfrm>
            <a:off x="5409598" y="4584716"/>
            <a:ext cx="3005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 GB</a:t>
            </a:r>
            <a:endParaRPr lang="en-US" sz="975" dirty="0"/>
          </a:p>
        </p:txBody>
      </p:sp>
      <p:sp>
        <p:nvSpPr>
          <p:cNvPr id="159" name="Shape 132"/>
          <p:cNvSpPr/>
          <p:nvPr/>
        </p:nvSpPr>
        <p:spPr>
          <a:xfrm>
            <a:off x="5749450" y="4579106"/>
            <a:ext cx="35621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5825650" y="4617206"/>
            <a:ext cx="2704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AWAITING REVIEW</a:t>
            </a:r>
            <a:endParaRPr lang="en-US" sz="750" dirty="0"/>
          </a:p>
        </p:txBody>
      </p:sp>
      <p:sp>
        <p:nvSpPr>
          <p:cNvPr id="161" name="Shape 134"/>
          <p:cNvSpPr/>
          <p:nvPr/>
        </p:nvSpPr>
        <p:spPr>
          <a:xfrm>
            <a:off x="6144927" y="4574899"/>
            <a:ext cx="183803" cy="67315"/>
          </a:xfrm>
          <a:prstGeom prst="roundRect">
            <a:avLst>
              <a:gd name="adj" fmla="val 2830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6137680" y="4591727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63" name="Shape 136"/>
          <p:cNvSpPr/>
          <p:nvPr/>
        </p:nvSpPr>
        <p:spPr>
          <a:xfrm>
            <a:off x="4726089" y="4715139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4" name="Text 137"/>
          <p:cNvSpPr/>
          <p:nvPr/>
        </p:nvSpPr>
        <p:spPr>
          <a:xfrm>
            <a:off x="4762552" y="4745992"/>
            <a:ext cx="294975" cy="1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· 09:12</a:t>
            </a:r>
            <a:endParaRPr lang="en-US" sz="975" dirty="0"/>
          </a:p>
        </p:txBody>
      </p:sp>
      <p:sp>
        <p:nvSpPr>
          <p:cNvPr id="165" name="Text 138"/>
          <p:cNvSpPr/>
          <p:nvPr/>
        </p:nvSpPr>
        <p:spPr>
          <a:xfrm>
            <a:off x="5020594" y="4772638"/>
            <a:ext cx="65022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</a:t>
            </a:r>
            <a:endParaRPr lang="en-US" sz="900" dirty="0"/>
          </a:p>
        </p:txBody>
      </p:sp>
      <p:sp>
        <p:nvSpPr>
          <p:cNvPr id="166" name="Text 139"/>
          <p:cNvSpPr/>
          <p:nvPr/>
        </p:nvSpPr>
        <p:spPr>
          <a:xfrm>
            <a:off x="5557683" y="4769833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75" dirty="0"/>
          </a:p>
        </p:txBody>
      </p:sp>
      <p:sp>
        <p:nvSpPr>
          <p:cNvPr id="167" name="Shape 140"/>
          <p:cNvSpPr/>
          <p:nvPr/>
        </p:nvSpPr>
        <p:spPr>
          <a:xfrm>
            <a:off x="5897535" y="4764223"/>
            <a:ext cx="208125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8" name="Text 141"/>
          <p:cNvSpPr/>
          <p:nvPr/>
        </p:nvSpPr>
        <p:spPr>
          <a:xfrm>
            <a:off x="5973735" y="4802323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69" name="Shape 142"/>
          <p:cNvSpPr/>
          <p:nvPr/>
        </p:nvSpPr>
        <p:spPr>
          <a:xfrm>
            <a:off x="6144927" y="4760016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0" name="Text 143"/>
          <p:cNvSpPr/>
          <p:nvPr/>
        </p:nvSpPr>
        <p:spPr>
          <a:xfrm>
            <a:off x="6137680" y="4776844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4726089" y="4900256"/>
            <a:ext cx="1639103" cy="157069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72" name="Text 145"/>
          <p:cNvSpPr/>
          <p:nvPr/>
        </p:nvSpPr>
        <p:spPr>
          <a:xfrm>
            <a:off x="4762552" y="4931109"/>
            <a:ext cx="294975" cy="13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· 22:08</a:t>
            </a:r>
            <a:endParaRPr lang="en-US" sz="975" dirty="0"/>
          </a:p>
        </p:txBody>
      </p:sp>
      <p:sp>
        <p:nvSpPr>
          <p:cNvPr id="173" name="Text 146"/>
          <p:cNvSpPr/>
          <p:nvPr/>
        </p:nvSpPr>
        <p:spPr>
          <a:xfrm>
            <a:off x="5020594" y="4936719"/>
            <a:ext cx="48359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— full system scan</a:t>
            </a:r>
            <a:endParaRPr lang="en-US" sz="900" dirty="0"/>
          </a:p>
        </p:txBody>
      </p:sp>
      <p:sp>
        <p:nvSpPr>
          <p:cNvPr id="174" name="Text 147"/>
          <p:cNvSpPr/>
          <p:nvPr/>
        </p:nvSpPr>
        <p:spPr>
          <a:xfrm>
            <a:off x="5391060" y="4954950"/>
            <a:ext cx="300585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75" dirty="0"/>
          </a:p>
        </p:txBody>
      </p:sp>
      <p:sp>
        <p:nvSpPr>
          <p:cNvPr id="175" name="Shape 148"/>
          <p:cNvSpPr/>
          <p:nvPr/>
        </p:nvSpPr>
        <p:spPr>
          <a:xfrm>
            <a:off x="5730912" y="4949340"/>
            <a:ext cx="374748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176" name="Text 149"/>
          <p:cNvSpPr/>
          <p:nvPr/>
        </p:nvSpPr>
        <p:spPr>
          <a:xfrm>
            <a:off x="5807112" y="4987440"/>
            <a:ext cx="2890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· HALTED</a:t>
            </a:r>
            <a:endParaRPr lang="en-US" sz="750" dirty="0"/>
          </a:p>
        </p:txBody>
      </p:sp>
      <p:sp>
        <p:nvSpPr>
          <p:cNvPr id="177" name="Shape 150"/>
          <p:cNvSpPr/>
          <p:nvPr/>
        </p:nvSpPr>
        <p:spPr>
          <a:xfrm>
            <a:off x="6144927" y="4945133"/>
            <a:ext cx="183803" cy="67316"/>
          </a:xfrm>
          <a:prstGeom prst="roundRect">
            <a:avLst>
              <a:gd name="adj" fmla="val 282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78" name="Text 151"/>
          <p:cNvSpPr/>
          <p:nvPr/>
        </p:nvSpPr>
        <p:spPr>
          <a:xfrm>
            <a:off x="6137680" y="4961962"/>
            <a:ext cx="1982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▸</a:t>
            </a:r>
            <a:endParaRPr lang="en-US" sz="900" dirty="0"/>
          </a:p>
        </p:txBody>
      </p:sp>
      <p:sp>
        <p:nvSpPr>
          <p:cNvPr id="179" name="Shape 152"/>
          <p:cNvSpPr/>
          <p:nvPr/>
        </p:nvSpPr>
        <p:spPr>
          <a:xfrm>
            <a:off x="6452142" y="4384171"/>
            <a:ext cx="1148875" cy="960734"/>
          </a:xfrm>
          <a:prstGeom prst="roundRect">
            <a:avLst>
              <a:gd name="adj" fmla="val 198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6454947" y="4481229"/>
            <a:ext cx="11432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81" name="Text 154"/>
          <p:cNvSpPr/>
          <p:nvPr/>
        </p:nvSpPr>
        <p:spPr>
          <a:xfrm>
            <a:off x="6494213" y="4417829"/>
            <a:ext cx="433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BEGIN ANALYSIS</a:t>
            </a:r>
            <a:endParaRPr lang="en-US" sz="825" dirty="0"/>
          </a:p>
        </p:txBody>
      </p:sp>
      <p:sp>
        <p:nvSpPr>
          <p:cNvPr id="182" name="Text 155"/>
          <p:cNvSpPr/>
          <p:nvPr/>
        </p:nvSpPr>
        <p:spPr>
          <a:xfrm>
            <a:off x="6879699" y="4420634"/>
            <a:ext cx="3483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pick a target</a:t>
            </a:r>
            <a:endParaRPr lang="en-US" sz="750" dirty="0"/>
          </a:p>
        </p:txBody>
      </p:sp>
      <p:sp>
        <p:nvSpPr>
          <p:cNvPr id="183" name="Shape 156"/>
          <p:cNvSpPr/>
          <p:nvPr/>
        </p:nvSpPr>
        <p:spPr>
          <a:xfrm>
            <a:off x="6494213" y="453002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pic>
        <p:nvPicPr>
          <p:cNvPr id="1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9090" y="4569289"/>
            <a:ext cx="39267" cy="39267"/>
          </a:xfrm>
          <a:prstGeom prst="rect">
            <a:avLst/>
          </a:prstGeom>
        </p:spPr>
      </p:pic>
      <p:sp>
        <p:nvSpPr>
          <p:cNvPr id="185" name="Text 157"/>
          <p:cNvSpPr/>
          <p:nvPr/>
        </p:nvSpPr>
        <p:spPr>
          <a:xfrm>
            <a:off x="6571111" y="4572094"/>
            <a:ext cx="3109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00" dirty="0"/>
          </a:p>
        </p:txBody>
      </p:sp>
      <p:sp>
        <p:nvSpPr>
          <p:cNvPr id="186" name="Text 158"/>
          <p:cNvSpPr/>
          <p:nvPr/>
        </p:nvSpPr>
        <p:spPr>
          <a:xfrm>
            <a:off x="7391253" y="4574899"/>
            <a:ext cx="1637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18" kern="0" dirty="0">
                <a:solidFill>
                  <a:srgbClr val="080D0A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30s</a:t>
            </a:r>
            <a:endParaRPr lang="en-US" sz="750" dirty="0"/>
          </a:p>
        </p:txBody>
      </p:sp>
      <p:sp>
        <p:nvSpPr>
          <p:cNvPr id="187" name="Shape 159"/>
          <p:cNvSpPr/>
          <p:nvPr/>
        </p:nvSpPr>
        <p:spPr>
          <a:xfrm>
            <a:off x="6494213" y="4675872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8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9090" y="4715139"/>
            <a:ext cx="39267" cy="39267"/>
          </a:xfrm>
          <a:prstGeom prst="rect">
            <a:avLst/>
          </a:prstGeom>
        </p:spPr>
      </p:pic>
      <p:sp>
        <p:nvSpPr>
          <p:cNvPr id="189" name="Text 160"/>
          <p:cNvSpPr/>
          <p:nvPr/>
        </p:nvSpPr>
        <p:spPr>
          <a:xfrm>
            <a:off x="6571111" y="4717944"/>
            <a:ext cx="3604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folder…</a:t>
            </a:r>
            <a:endParaRPr lang="en-US" sz="900" dirty="0"/>
          </a:p>
        </p:txBody>
      </p:sp>
      <p:sp>
        <p:nvSpPr>
          <p:cNvPr id="190" name="Text 161"/>
          <p:cNvSpPr/>
          <p:nvPr/>
        </p:nvSpPr>
        <p:spPr>
          <a:xfrm>
            <a:off x="7429820" y="472074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⌘O</a:t>
            </a:r>
            <a:endParaRPr lang="en-US" sz="750" dirty="0"/>
          </a:p>
        </p:txBody>
      </p:sp>
      <p:sp>
        <p:nvSpPr>
          <p:cNvPr id="191" name="Shape 162"/>
          <p:cNvSpPr/>
          <p:nvPr/>
        </p:nvSpPr>
        <p:spPr>
          <a:xfrm>
            <a:off x="6494213" y="4821721"/>
            <a:ext cx="1064731" cy="117802"/>
          </a:xfrm>
          <a:prstGeom prst="roundRect">
            <a:avLst>
              <a:gd name="adj" fmla="val 1617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pic>
        <p:nvPicPr>
          <p:cNvPr id="1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9090" y="4860989"/>
            <a:ext cx="39267" cy="39267"/>
          </a:xfrm>
          <a:prstGeom prst="rect">
            <a:avLst/>
          </a:prstGeom>
        </p:spPr>
      </p:pic>
      <p:sp>
        <p:nvSpPr>
          <p:cNvPr id="193" name="Text 163"/>
          <p:cNvSpPr/>
          <p:nvPr/>
        </p:nvSpPr>
        <p:spPr>
          <a:xfrm>
            <a:off x="6571111" y="4863794"/>
            <a:ext cx="34800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a drive…</a:t>
            </a:r>
            <a:endParaRPr lang="en-US" sz="900" dirty="0"/>
          </a:p>
        </p:txBody>
      </p:sp>
      <p:sp>
        <p:nvSpPr>
          <p:cNvPr id="194" name="Text 164"/>
          <p:cNvSpPr/>
          <p:nvPr/>
        </p:nvSpPr>
        <p:spPr>
          <a:xfrm>
            <a:off x="7429820" y="4866598"/>
            <a:ext cx="12515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⌘D</a:t>
            </a:r>
            <a:endParaRPr lang="en-US" sz="750" dirty="0"/>
          </a:p>
        </p:txBody>
      </p:sp>
      <p:sp>
        <p:nvSpPr>
          <p:cNvPr id="195" name="Shape 165"/>
          <p:cNvSpPr/>
          <p:nvPr/>
        </p:nvSpPr>
        <p:spPr>
          <a:xfrm>
            <a:off x="6494213" y="4967572"/>
            <a:ext cx="1064731" cy="106582"/>
          </a:xfrm>
          <a:prstGeom prst="roundRect">
            <a:avLst>
              <a:gd name="adj" fmla="val 1787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96" name="Text 166"/>
          <p:cNvSpPr/>
          <p:nvPr/>
        </p:nvSpPr>
        <p:spPr>
          <a:xfrm>
            <a:off x="6498186" y="5004034"/>
            <a:ext cx="3258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paths…</a:t>
            </a:r>
            <a:endParaRPr lang="en-US" sz="900" dirty="0"/>
          </a:p>
        </p:txBody>
      </p:sp>
      <p:sp>
        <p:nvSpPr>
          <p:cNvPr id="197" name="Text 167"/>
          <p:cNvSpPr/>
          <p:nvPr/>
        </p:nvSpPr>
        <p:spPr>
          <a:xfrm>
            <a:off x="7356238" y="5006839"/>
            <a:ext cx="19873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spc="18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saved</a:t>
            </a:r>
            <a:endParaRPr lang="en-US" sz="750" dirty="0"/>
          </a:p>
        </p:txBody>
      </p:sp>
      <p:sp>
        <p:nvSpPr>
          <p:cNvPr id="198" name="Text 168"/>
          <p:cNvSpPr/>
          <p:nvPr/>
        </p:nvSpPr>
        <p:spPr>
          <a:xfrm>
            <a:off x="6494213" y="5211590"/>
            <a:ext cx="1140931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runs only when launched. No background daemon · no scheduled scans.</a:t>
            </a:r>
            <a:endParaRPr lang="en-US" sz="788" dirty="0"/>
          </a:p>
        </p:txBody>
      </p:sp>
      <p:pic>
        <p:nvPicPr>
          <p:cNvPr id="19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4234" y="3175396"/>
            <a:ext cx="85725" cy="123825"/>
          </a:xfrm>
          <a:prstGeom prst="rect">
            <a:avLst/>
          </a:prstGeom>
        </p:spPr>
      </p:pic>
      <p:sp>
        <p:nvSpPr>
          <p:cNvPr id="200" name="Text 169"/>
          <p:cNvSpPr/>
          <p:nvPr/>
        </p:nvSpPr>
        <p:spPr>
          <a:xfrm>
            <a:off x="8043309" y="3165870"/>
            <a:ext cx="1287363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Quick Cleanup</a:t>
            </a:r>
            <a:endParaRPr lang="en-US" sz="1125" dirty="0"/>
          </a:p>
        </p:txBody>
      </p:sp>
      <p:sp>
        <p:nvSpPr>
          <p:cNvPr id="201" name="Shape 170"/>
          <p:cNvSpPr/>
          <p:nvPr/>
        </p:nvSpPr>
        <p:spPr>
          <a:xfrm>
            <a:off x="7797353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2" name="Shape 171"/>
          <p:cNvSpPr/>
          <p:nvPr/>
        </p:nvSpPr>
        <p:spPr>
          <a:xfrm>
            <a:off x="7797353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03" name="Shape 172"/>
          <p:cNvSpPr/>
          <p:nvPr/>
        </p:nvSpPr>
        <p:spPr>
          <a:xfrm>
            <a:off x="7797353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04" name="Shape 173"/>
          <p:cNvSpPr/>
          <p:nvPr/>
        </p:nvSpPr>
        <p:spPr>
          <a:xfrm>
            <a:off x="7797353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05" name="Shape 174"/>
          <p:cNvSpPr/>
          <p:nvPr/>
        </p:nvSpPr>
        <p:spPr>
          <a:xfrm>
            <a:off x="7825401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6" name="Shape 175"/>
          <p:cNvSpPr/>
          <p:nvPr/>
        </p:nvSpPr>
        <p:spPr>
          <a:xfrm>
            <a:off x="7873083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7" name="Shape 176"/>
          <p:cNvSpPr/>
          <p:nvPr/>
        </p:nvSpPr>
        <p:spPr>
          <a:xfrm>
            <a:off x="7920765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208" name="Text 177"/>
          <p:cNvSpPr/>
          <p:nvPr/>
        </p:nvSpPr>
        <p:spPr>
          <a:xfrm>
            <a:off x="7947175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209" name="Text 178"/>
          <p:cNvSpPr/>
          <p:nvPr/>
        </p:nvSpPr>
        <p:spPr>
          <a:xfrm>
            <a:off x="10498208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210" name="Text 179"/>
          <p:cNvSpPr/>
          <p:nvPr/>
        </p:nvSpPr>
        <p:spPr>
          <a:xfrm>
            <a:off x="10826765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211" name="Text 180"/>
          <p:cNvSpPr/>
          <p:nvPr/>
        </p:nvSpPr>
        <p:spPr>
          <a:xfrm>
            <a:off x="11155277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212" name="Shape 181"/>
          <p:cNvSpPr/>
          <p:nvPr/>
        </p:nvSpPr>
        <p:spPr>
          <a:xfrm>
            <a:off x="779735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213" name="Shape 182"/>
          <p:cNvSpPr/>
          <p:nvPr/>
        </p:nvSpPr>
        <p:spPr>
          <a:xfrm>
            <a:off x="8337571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14" name="Shape 183"/>
          <p:cNvSpPr/>
          <p:nvPr/>
        </p:nvSpPr>
        <p:spPr>
          <a:xfrm>
            <a:off x="7797353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2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6620" y="3539749"/>
            <a:ext cx="72925" cy="72925"/>
          </a:xfrm>
          <a:prstGeom prst="rect">
            <a:avLst/>
          </a:prstGeom>
        </p:spPr>
      </p:pic>
      <p:sp>
        <p:nvSpPr>
          <p:cNvPr id="216" name="Text 184"/>
          <p:cNvSpPr/>
          <p:nvPr/>
        </p:nvSpPr>
        <p:spPr>
          <a:xfrm>
            <a:off x="7937593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217" name="Text 185"/>
          <p:cNvSpPr/>
          <p:nvPr/>
        </p:nvSpPr>
        <p:spPr>
          <a:xfrm>
            <a:off x="7937593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218" name="Text 186"/>
          <p:cNvSpPr/>
          <p:nvPr/>
        </p:nvSpPr>
        <p:spPr>
          <a:xfrm>
            <a:off x="7949753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21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7840" y="3803401"/>
            <a:ext cx="39267" cy="39267"/>
          </a:xfrm>
          <a:prstGeom prst="rect">
            <a:avLst/>
          </a:prstGeom>
        </p:spPr>
      </p:pic>
      <p:sp>
        <p:nvSpPr>
          <p:cNvPr id="220" name="Text 187"/>
          <p:cNvSpPr/>
          <p:nvPr/>
        </p:nvSpPr>
        <p:spPr>
          <a:xfrm>
            <a:off x="791515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221" name="Text 188"/>
          <p:cNvSpPr/>
          <p:nvPr/>
        </p:nvSpPr>
        <p:spPr>
          <a:xfrm>
            <a:off x="825703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sp>
        <p:nvSpPr>
          <p:cNvPr id="222" name="Shape 189"/>
          <p:cNvSpPr/>
          <p:nvPr/>
        </p:nvSpPr>
        <p:spPr>
          <a:xfrm>
            <a:off x="7797353" y="3866509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223" name="Shape 190"/>
          <p:cNvSpPr/>
          <p:nvPr/>
        </p:nvSpPr>
        <p:spPr>
          <a:xfrm>
            <a:off x="7797353" y="3866509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22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7840" y="3890350"/>
            <a:ext cx="39267" cy="39267"/>
          </a:xfrm>
          <a:prstGeom prst="rect">
            <a:avLst/>
          </a:prstGeom>
        </p:spPr>
      </p:pic>
      <p:sp>
        <p:nvSpPr>
          <p:cNvPr id="225" name="Text 191"/>
          <p:cNvSpPr/>
          <p:nvPr/>
        </p:nvSpPr>
        <p:spPr>
          <a:xfrm>
            <a:off x="7915155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26" name="Text 192"/>
          <p:cNvSpPr/>
          <p:nvPr/>
        </p:nvSpPr>
        <p:spPr>
          <a:xfrm>
            <a:off x="825703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2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47840" y="3977299"/>
            <a:ext cx="39267" cy="39267"/>
          </a:xfrm>
          <a:prstGeom prst="rect">
            <a:avLst/>
          </a:prstGeom>
        </p:spPr>
      </p:pic>
      <p:sp>
        <p:nvSpPr>
          <p:cNvPr id="228" name="Text 193"/>
          <p:cNvSpPr/>
          <p:nvPr/>
        </p:nvSpPr>
        <p:spPr>
          <a:xfrm>
            <a:off x="791515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229" name="Text 194"/>
          <p:cNvSpPr/>
          <p:nvPr/>
        </p:nvSpPr>
        <p:spPr>
          <a:xfrm>
            <a:off x="825703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23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47840" y="4064248"/>
            <a:ext cx="39267" cy="39267"/>
          </a:xfrm>
          <a:prstGeom prst="rect">
            <a:avLst/>
          </a:prstGeom>
        </p:spPr>
      </p:pic>
      <p:sp>
        <p:nvSpPr>
          <p:cNvPr id="231" name="Text 195"/>
          <p:cNvSpPr/>
          <p:nvPr/>
        </p:nvSpPr>
        <p:spPr>
          <a:xfrm>
            <a:off x="791515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232" name="Text 196"/>
          <p:cNvSpPr/>
          <p:nvPr/>
        </p:nvSpPr>
        <p:spPr>
          <a:xfrm>
            <a:off x="825703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23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840" y="4151197"/>
            <a:ext cx="39267" cy="39267"/>
          </a:xfrm>
          <a:prstGeom prst="rect">
            <a:avLst/>
          </a:prstGeom>
        </p:spPr>
      </p:pic>
      <p:sp>
        <p:nvSpPr>
          <p:cNvPr id="234" name="Text 197"/>
          <p:cNvSpPr/>
          <p:nvPr/>
        </p:nvSpPr>
        <p:spPr>
          <a:xfrm>
            <a:off x="791515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235" name="Text 198"/>
          <p:cNvSpPr/>
          <p:nvPr/>
        </p:nvSpPr>
        <p:spPr>
          <a:xfrm>
            <a:off x="825703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23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47840" y="4238147"/>
            <a:ext cx="39267" cy="39267"/>
          </a:xfrm>
          <a:prstGeom prst="rect">
            <a:avLst/>
          </a:prstGeom>
        </p:spPr>
      </p:pic>
      <p:sp>
        <p:nvSpPr>
          <p:cNvPr id="237" name="Text 199"/>
          <p:cNvSpPr/>
          <p:nvPr/>
        </p:nvSpPr>
        <p:spPr>
          <a:xfrm>
            <a:off x="7915155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238" name="Text 200"/>
          <p:cNvSpPr/>
          <p:nvPr/>
        </p:nvSpPr>
        <p:spPr>
          <a:xfrm>
            <a:off x="825703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239" name="Text 201"/>
          <p:cNvSpPr/>
          <p:nvPr/>
        </p:nvSpPr>
        <p:spPr>
          <a:xfrm>
            <a:off x="7949753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2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47840" y="4412044"/>
            <a:ext cx="39267" cy="39267"/>
          </a:xfrm>
          <a:prstGeom prst="rect">
            <a:avLst/>
          </a:prstGeom>
        </p:spPr>
      </p:pic>
      <p:sp>
        <p:nvSpPr>
          <p:cNvPr id="241" name="Text 202"/>
          <p:cNvSpPr/>
          <p:nvPr/>
        </p:nvSpPr>
        <p:spPr>
          <a:xfrm>
            <a:off x="791515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242" name="Text 203"/>
          <p:cNvSpPr/>
          <p:nvPr/>
        </p:nvSpPr>
        <p:spPr>
          <a:xfrm>
            <a:off x="825703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243" name="Shape 204"/>
          <p:cNvSpPr/>
          <p:nvPr/>
        </p:nvSpPr>
        <p:spPr>
          <a:xfrm>
            <a:off x="7797353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44" name="Shape 205"/>
          <p:cNvSpPr/>
          <p:nvPr/>
        </p:nvSpPr>
        <p:spPr>
          <a:xfrm>
            <a:off x="7836620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245" name="Text 206"/>
          <p:cNvSpPr/>
          <p:nvPr/>
        </p:nvSpPr>
        <p:spPr>
          <a:xfrm>
            <a:off x="7870278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246" name="Text 207"/>
          <p:cNvSpPr/>
          <p:nvPr/>
        </p:nvSpPr>
        <p:spPr>
          <a:xfrm>
            <a:off x="7836620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247" name="Text 208"/>
          <p:cNvSpPr/>
          <p:nvPr/>
        </p:nvSpPr>
        <p:spPr>
          <a:xfrm>
            <a:off x="7836620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248" name="Shape 209"/>
          <p:cNvSpPr/>
          <p:nvPr/>
        </p:nvSpPr>
        <p:spPr>
          <a:xfrm>
            <a:off x="8347096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49" name="Shape 210"/>
          <p:cNvSpPr/>
          <p:nvPr/>
        </p:nvSpPr>
        <p:spPr>
          <a:xfrm>
            <a:off x="8347096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250" name="Shape 211"/>
          <p:cNvSpPr/>
          <p:nvPr/>
        </p:nvSpPr>
        <p:spPr>
          <a:xfrm>
            <a:off x="8347096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51" name="Text 212"/>
          <p:cNvSpPr/>
          <p:nvPr/>
        </p:nvSpPr>
        <p:spPr>
          <a:xfrm>
            <a:off x="8408801" y="3508896"/>
            <a:ext cx="80527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252" name="Text 213"/>
          <p:cNvSpPr/>
          <p:nvPr/>
        </p:nvSpPr>
        <p:spPr>
          <a:xfrm>
            <a:off x="8408801" y="3564992"/>
            <a:ext cx="80527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confidence-based · safe categories only</a:t>
            </a:r>
            <a:endParaRPr lang="en-US" sz="825" dirty="0"/>
          </a:p>
        </p:txBody>
      </p:sp>
      <p:sp>
        <p:nvSpPr>
          <p:cNvPr id="253" name="Text 214"/>
          <p:cNvSpPr/>
          <p:nvPr/>
        </p:nvSpPr>
        <p:spPr>
          <a:xfrm>
            <a:off x="10434047" y="3536945"/>
            <a:ext cx="35663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 selected</a:t>
            </a:r>
            <a:endParaRPr lang="en-US" sz="825" dirty="0"/>
          </a:p>
        </p:txBody>
      </p:sp>
      <p:sp>
        <p:nvSpPr>
          <p:cNvPr id="254" name="Shape 215"/>
          <p:cNvSpPr/>
          <p:nvPr/>
        </p:nvSpPr>
        <p:spPr>
          <a:xfrm>
            <a:off x="10736924" y="3517311"/>
            <a:ext cx="25181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255" name="Text 216"/>
          <p:cNvSpPr/>
          <p:nvPr/>
        </p:nvSpPr>
        <p:spPr>
          <a:xfrm>
            <a:off x="10740896" y="3539749"/>
            <a:ext cx="2438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56" name="Shape 217"/>
          <p:cNvSpPr/>
          <p:nvPr/>
        </p:nvSpPr>
        <p:spPr>
          <a:xfrm>
            <a:off x="11011180" y="3517311"/>
            <a:ext cx="314621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57" name="Text 218"/>
          <p:cNvSpPr/>
          <p:nvPr/>
        </p:nvSpPr>
        <p:spPr>
          <a:xfrm>
            <a:off x="11015153" y="3539749"/>
            <a:ext cx="30667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10.6 GB</a:t>
            </a:r>
            <a:endParaRPr lang="en-US" sz="900" dirty="0"/>
          </a:p>
        </p:txBody>
      </p:sp>
      <p:sp>
        <p:nvSpPr>
          <p:cNvPr id="258" name="Shape 219"/>
          <p:cNvSpPr/>
          <p:nvPr/>
        </p:nvSpPr>
        <p:spPr>
          <a:xfrm>
            <a:off x="8408801" y="3698221"/>
            <a:ext cx="1974585" cy="1385619"/>
          </a:xfrm>
          <a:prstGeom prst="roundRect">
            <a:avLst>
              <a:gd name="adj" fmla="val 137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59" name="Shape 220"/>
          <p:cNvSpPr/>
          <p:nvPr/>
        </p:nvSpPr>
        <p:spPr>
          <a:xfrm>
            <a:off x="8411606" y="3795279"/>
            <a:ext cx="196897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0" name="Text 221"/>
          <p:cNvSpPr/>
          <p:nvPr/>
        </p:nvSpPr>
        <p:spPr>
          <a:xfrm>
            <a:off x="8450874" y="3731879"/>
            <a:ext cx="4495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SAFE CATEGORIES</a:t>
            </a:r>
            <a:endParaRPr lang="en-US" sz="825" dirty="0"/>
          </a:p>
        </p:txBody>
      </p:sp>
      <p:sp>
        <p:nvSpPr>
          <p:cNvPr id="261" name="Text 222"/>
          <p:cNvSpPr/>
          <p:nvPr/>
        </p:nvSpPr>
        <p:spPr>
          <a:xfrm>
            <a:off x="8852268" y="3734684"/>
            <a:ext cx="569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6 detected · 10.6 GB ready</a:t>
            </a:r>
            <a:endParaRPr lang="en-US" sz="750" dirty="0"/>
          </a:p>
        </p:txBody>
      </p:sp>
      <p:sp>
        <p:nvSpPr>
          <p:cNvPr id="262" name="Shape 223"/>
          <p:cNvSpPr/>
          <p:nvPr/>
        </p:nvSpPr>
        <p:spPr>
          <a:xfrm>
            <a:off x="8450874" y="3844071"/>
            <a:ext cx="1890439" cy="1040584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263" name="Shape 224"/>
          <p:cNvSpPr/>
          <p:nvPr/>
        </p:nvSpPr>
        <p:spPr>
          <a:xfrm>
            <a:off x="8450874" y="384407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64" name="Shape 225"/>
          <p:cNvSpPr/>
          <p:nvPr/>
        </p:nvSpPr>
        <p:spPr>
          <a:xfrm>
            <a:off x="8490141" y="390998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65" name="Text 226"/>
          <p:cNvSpPr/>
          <p:nvPr/>
        </p:nvSpPr>
        <p:spPr>
          <a:xfrm>
            <a:off x="8568675" y="3880533"/>
            <a:ext cx="25838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Files</a:t>
            </a:r>
            <a:endParaRPr lang="en-US" sz="975" dirty="0"/>
          </a:p>
        </p:txBody>
      </p:sp>
      <p:sp>
        <p:nvSpPr>
          <p:cNvPr id="266" name="Text 227"/>
          <p:cNvSpPr/>
          <p:nvPr/>
        </p:nvSpPr>
        <p:spPr>
          <a:xfrm>
            <a:off x="8773295" y="3886143"/>
            <a:ext cx="33801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·14 728items</a:t>
            </a:r>
            <a:endParaRPr lang="en-US" sz="825" dirty="0"/>
          </a:p>
        </p:txBody>
      </p:sp>
      <p:sp>
        <p:nvSpPr>
          <p:cNvPr id="267" name="Text 228"/>
          <p:cNvSpPr/>
          <p:nvPr/>
        </p:nvSpPr>
        <p:spPr>
          <a:xfrm>
            <a:off x="8568675" y="3939435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%TEMP%, C:\Windows\Temp</a:t>
            </a:r>
            <a:endParaRPr lang="en-US" sz="825" dirty="0"/>
          </a:p>
        </p:txBody>
      </p:sp>
      <p:sp>
        <p:nvSpPr>
          <p:cNvPr id="268" name="Text 229"/>
          <p:cNvSpPr/>
          <p:nvPr/>
        </p:nvSpPr>
        <p:spPr>
          <a:xfrm>
            <a:off x="9849903" y="3881936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GB</a:t>
            </a:r>
            <a:endParaRPr lang="en-US" sz="975" dirty="0"/>
          </a:p>
        </p:txBody>
      </p:sp>
      <p:sp>
        <p:nvSpPr>
          <p:cNvPr id="269" name="Text 230"/>
          <p:cNvSpPr/>
          <p:nvPr/>
        </p:nvSpPr>
        <p:spPr>
          <a:xfrm>
            <a:off x="9744065" y="394083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confidence99%</a:t>
            </a:r>
            <a:endParaRPr lang="en-US" sz="750" dirty="0"/>
          </a:p>
        </p:txBody>
      </p:sp>
      <p:sp>
        <p:nvSpPr>
          <p:cNvPr id="270" name="Shape 231"/>
          <p:cNvSpPr/>
          <p:nvPr/>
        </p:nvSpPr>
        <p:spPr>
          <a:xfrm>
            <a:off x="10021565" y="3921203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71" name="Shape 232"/>
          <p:cNvSpPr/>
          <p:nvPr/>
        </p:nvSpPr>
        <p:spPr>
          <a:xfrm>
            <a:off x="10024370" y="3924008"/>
            <a:ext cx="27211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72" name="Shape 233"/>
          <p:cNvSpPr/>
          <p:nvPr/>
        </p:nvSpPr>
        <p:spPr>
          <a:xfrm>
            <a:off x="8450874" y="4017969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73" name="Shape 234"/>
          <p:cNvSpPr/>
          <p:nvPr/>
        </p:nvSpPr>
        <p:spPr>
          <a:xfrm>
            <a:off x="8490141" y="4083882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74" name="Text 235"/>
          <p:cNvSpPr/>
          <p:nvPr/>
        </p:nvSpPr>
        <p:spPr>
          <a:xfrm>
            <a:off x="8568675" y="4054432"/>
            <a:ext cx="32955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Cache</a:t>
            </a:r>
            <a:endParaRPr lang="en-US" sz="975" dirty="0"/>
          </a:p>
        </p:txBody>
      </p:sp>
      <p:sp>
        <p:nvSpPr>
          <p:cNvPr id="275" name="Text 236"/>
          <p:cNvSpPr/>
          <p:nvPr/>
        </p:nvSpPr>
        <p:spPr>
          <a:xfrm>
            <a:off x="8844467" y="4060041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·8 412items</a:t>
            </a:r>
            <a:endParaRPr lang="en-US" sz="825" dirty="0"/>
          </a:p>
        </p:txBody>
      </p:sp>
      <p:sp>
        <p:nvSpPr>
          <p:cNvPr id="276" name="Text 237"/>
          <p:cNvSpPr/>
          <p:nvPr/>
        </p:nvSpPr>
        <p:spPr>
          <a:xfrm>
            <a:off x="8568675" y="4113333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Chrome · Firefox</a:t>
            </a:r>
            <a:endParaRPr lang="en-US" sz="825" dirty="0"/>
          </a:p>
        </p:txBody>
      </p:sp>
      <p:sp>
        <p:nvSpPr>
          <p:cNvPr id="277" name="Text 238"/>
          <p:cNvSpPr/>
          <p:nvPr/>
        </p:nvSpPr>
        <p:spPr>
          <a:xfrm>
            <a:off x="9849903" y="4055834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 GB</a:t>
            </a:r>
            <a:endParaRPr lang="en-US" sz="975" dirty="0"/>
          </a:p>
        </p:txBody>
      </p:sp>
      <p:sp>
        <p:nvSpPr>
          <p:cNvPr id="278" name="Text 239"/>
          <p:cNvSpPr/>
          <p:nvPr/>
        </p:nvSpPr>
        <p:spPr>
          <a:xfrm>
            <a:off x="9744065" y="4114735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confidence98%</a:t>
            </a:r>
            <a:endParaRPr lang="en-US" sz="750" dirty="0"/>
          </a:p>
        </p:txBody>
      </p:sp>
      <p:sp>
        <p:nvSpPr>
          <p:cNvPr id="279" name="Shape 240"/>
          <p:cNvSpPr/>
          <p:nvPr/>
        </p:nvSpPr>
        <p:spPr>
          <a:xfrm>
            <a:off x="10021565" y="4095101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0" name="Shape 241"/>
          <p:cNvSpPr/>
          <p:nvPr/>
        </p:nvSpPr>
        <p:spPr>
          <a:xfrm>
            <a:off x="10024370" y="4097906"/>
            <a:ext cx="269350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81" name="Shape 242"/>
          <p:cNvSpPr/>
          <p:nvPr/>
        </p:nvSpPr>
        <p:spPr>
          <a:xfrm>
            <a:off x="8450874" y="4191867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82" name="Shape 243"/>
          <p:cNvSpPr/>
          <p:nvPr/>
        </p:nvSpPr>
        <p:spPr>
          <a:xfrm>
            <a:off x="8490141" y="42577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83" name="Text 244"/>
          <p:cNvSpPr/>
          <p:nvPr/>
        </p:nvSpPr>
        <p:spPr>
          <a:xfrm>
            <a:off x="8568675" y="4228330"/>
            <a:ext cx="271485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Recycle Bin</a:t>
            </a:r>
            <a:endParaRPr lang="en-US" sz="975" dirty="0"/>
          </a:p>
        </p:txBody>
      </p:sp>
      <p:sp>
        <p:nvSpPr>
          <p:cNvPr id="284" name="Text 245"/>
          <p:cNvSpPr/>
          <p:nvPr/>
        </p:nvSpPr>
        <p:spPr>
          <a:xfrm>
            <a:off x="8786399" y="4233939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·127items</a:t>
            </a:r>
            <a:endParaRPr lang="en-US" sz="825" dirty="0"/>
          </a:p>
        </p:txBody>
      </p:sp>
      <p:sp>
        <p:nvSpPr>
          <p:cNvPr id="285" name="Text 246"/>
          <p:cNvSpPr/>
          <p:nvPr/>
        </p:nvSpPr>
        <p:spPr>
          <a:xfrm>
            <a:off x="8568675" y="4287230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$Recycle.Bin (all drives)</a:t>
            </a:r>
            <a:endParaRPr lang="en-US" sz="825" dirty="0"/>
          </a:p>
        </p:txBody>
      </p:sp>
      <p:sp>
        <p:nvSpPr>
          <p:cNvPr id="286" name="Text 247"/>
          <p:cNvSpPr/>
          <p:nvPr/>
        </p:nvSpPr>
        <p:spPr>
          <a:xfrm>
            <a:off x="9849903" y="4229732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75" dirty="0"/>
          </a:p>
        </p:txBody>
      </p:sp>
      <p:sp>
        <p:nvSpPr>
          <p:cNvPr id="287" name="Text 248"/>
          <p:cNvSpPr/>
          <p:nvPr/>
        </p:nvSpPr>
        <p:spPr>
          <a:xfrm>
            <a:off x="9727061" y="4288633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88" name="Shape 249"/>
          <p:cNvSpPr/>
          <p:nvPr/>
        </p:nvSpPr>
        <p:spPr>
          <a:xfrm>
            <a:off x="10021565" y="4268999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89" name="Shape 250"/>
          <p:cNvSpPr/>
          <p:nvPr/>
        </p:nvSpPr>
        <p:spPr>
          <a:xfrm>
            <a:off x="10024370" y="4271804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0" name="Shape 251"/>
          <p:cNvSpPr/>
          <p:nvPr/>
        </p:nvSpPr>
        <p:spPr>
          <a:xfrm>
            <a:off x="8450874" y="4365765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291" name="Shape 252"/>
          <p:cNvSpPr/>
          <p:nvPr/>
        </p:nvSpPr>
        <p:spPr>
          <a:xfrm>
            <a:off x="8490141" y="443167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292" name="Text 253"/>
          <p:cNvSpPr/>
          <p:nvPr/>
        </p:nvSpPr>
        <p:spPr>
          <a:xfrm>
            <a:off x="8568675" y="4402228"/>
            <a:ext cx="3689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Thumbnail Cache</a:t>
            </a:r>
            <a:endParaRPr lang="en-US" sz="975" dirty="0"/>
          </a:p>
        </p:txBody>
      </p:sp>
      <p:sp>
        <p:nvSpPr>
          <p:cNvPr id="293" name="Text 254"/>
          <p:cNvSpPr/>
          <p:nvPr/>
        </p:nvSpPr>
        <p:spPr>
          <a:xfrm>
            <a:off x="8883866" y="4407837"/>
            <a:ext cx="28191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·482items</a:t>
            </a:r>
            <a:endParaRPr lang="en-US" sz="825" dirty="0"/>
          </a:p>
        </p:txBody>
      </p:sp>
      <p:sp>
        <p:nvSpPr>
          <p:cNvPr id="294" name="Text 255"/>
          <p:cNvSpPr/>
          <p:nvPr/>
        </p:nvSpPr>
        <p:spPr>
          <a:xfrm>
            <a:off x="8568675" y="4461128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C:\Users\…\Explorer</a:t>
            </a:r>
            <a:endParaRPr lang="en-US" sz="825" dirty="0"/>
          </a:p>
        </p:txBody>
      </p:sp>
      <p:sp>
        <p:nvSpPr>
          <p:cNvPr id="295" name="Text 256"/>
          <p:cNvSpPr/>
          <p:nvPr/>
        </p:nvSpPr>
        <p:spPr>
          <a:xfrm>
            <a:off x="9849903" y="4403630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75" dirty="0"/>
          </a:p>
        </p:txBody>
      </p:sp>
      <p:sp>
        <p:nvSpPr>
          <p:cNvPr id="296" name="Text 257"/>
          <p:cNvSpPr/>
          <p:nvPr/>
        </p:nvSpPr>
        <p:spPr>
          <a:xfrm>
            <a:off x="9727061" y="4462531"/>
            <a:ext cx="3314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confidence100%</a:t>
            </a:r>
            <a:endParaRPr lang="en-US" sz="750" dirty="0"/>
          </a:p>
        </p:txBody>
      </p:sp>
      <p:sp>
        <p:nvSpPr>
          <p:cNvPr id="297" name="Shape 258"/>
          <p:cNvSpPr/>
          <p:nvPr/>
        </p:nvSpPr>
        <p:spPr>
          <a:xfrm>
            <a:off x="10021565" y="4442897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298" name="Shape 259"/>
          <p:cNvSpPr/>
          <p:nvPr/>
        </p:nvSpPr>
        <p:spPr>
          <a:xfrm>
            <a:off x="10024370" y="4445702"/>
            <a:ext cx="274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299" name="Shape 260"/>
          <p:cNvSpPr/>
          <p:nvPr/>
        </p:nvSpPr>
        <p:spPr>
          <a:xfrm>
            <a:off x="8450874" y="4539663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0" name="Shape 261"/>
          <p:cNvSpPr/>
          <p:nvPr/>
        </p:nvSpPr>
        <p:spPr>
          <a:xfrm>
            <a:off x="8490141" y="4605576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301" name="Text 262"/>
          <p:cNvSpPr/>
          <p:nvPr/>
        </p:nvSpPr>
        <p:spPr>
          <a:xfrm>
            <a:off x="8568675" y="4576126"/>
            <a:ext cx="34226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 Logs (30d+)</a:t>
            </a:r>
            <a:endParaRPr lang="en-US" sz="975" dirty="0"/>
          </a:p>
        </p:txBody>
      </p:sp>
      <p:sp>
        <p:nvSpPr>
          <p:cNvPr id="302" name="Text 263"/>
          <p:cNvSpPr/>
          <p:nvPr/>
        </p:nvSpPr>
        <p:spPr>
          <a:xfrm>
            <a:off x="8857176" y="4581735"/>
            <a:ext cx="31929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·1 294items</a:t>
            </a:r>
            <a:endParaRPr lang="en-US" sz="825" dirty="0"/>
          </a:p>
        </p:txBody>
      </p:sp>
      <p:sp>
        <p:nvSpPr>
          <p:cNvPr id="303" name="Text 264"/>
          <p:cNvSpPr/>
          <p:nvPr/>
        </p:nvSpPr>
        <p:spPr>
          <a:xfrm>
            <a:off x="8568675" y="4635027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%PROGRAMDATA%, app logs</a:t>
            </a:r>
            <a:endParaRPr lang="en-US" sz="825" dirty="0"/>
          </a:p>
        </p:txBody>
      </p:sp>
      <p:sp>
        <p:nvSpPr>
          <p:cNvPr id="304" name="Text 265"/>
          <p:cNvSpPr/>
          <p:nvPr/>
        </p:nvSpPr>
        <p:spPr>
          <a:xfrm>
            <a:off x="9849903" y="4577528"/>
            <a:ext cx="20859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342 MB</a:t>
            </a:r>
            <a:endParaRPr lang="en-US" sz="975" dirty="0"/>
          </a:p>
        </p:txBody>
      </p:sp>
      <p:sp>
        <p:nvSpPr>
          <p:cNvPr id="305" name="Text 266"/>
          <p:cNvSpPr/>
          <p:nvPr/>
        </p:nvSpPr>
        <p:spPr>
          <a:xfrm>
            <a:off x="9744065" y="4636429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confidence96%</a:t>
            </a:r>
            <a:endParaRPr lang="en-US" sz="750" dirty="0"/>
          </a:p>
        </p:txBody>
      </p:sp>
      <p:sp>
        <p:nvSpPr>
          <p:cNvPr id="306" name="Shape 267"/>
          <p:cNvSpPr/>
          <p:nvPr/>
        </p:nvSpPr>
        <p:spPr>
          <a:xfrm>
            <a:off x="10021565" y="4616796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07" name="Shape 268"/>
          <p:cNvSpPr/>
          <p:nvPr/>
        </p:nvSpPr>
        <p:spPr>
          <a:xfrm>
            <a:off x="10024370" y="4619600"/>
            <a:ext cx="26387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08" name="Shape 269"/>
          <p:cNvSpPr/>
          <p:nvPr/>
        </p:nvSpPr>
        <p:spPr>
          <a:xfrm>
            <a:off x="8450874" y="4713561"/>
            <a:ext cx="1890439" cy="171094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309" name="Shape 270"/>
          <p:cNvSpPr/>
          <p:nvPr/>
        </p:nvSpPr>
        <p:spPr>
          <a:xfrm>
            <a:off x="8490141" y="477947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10" name="Text 271"/>
          <p:cNvSpPr/>
          <p:nvPr/>
        </p:nvSpPr>
        <p:spPr>
          <a:xfrm>
            <a:off x="8568675" y="4750024"/>
            <a:ext cx="47505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Update Cache</a:t>
            </a:r>
            <a:endParaRPr lang="en-US" sz="975" dirty="0"/>
          </a:p>
        </p:txBody>
      </p:sp>
      <p:sp>
        <p:nvSpPr>
          <p:cNvPr id="311" name="Text 272"/>
          <p:cNvSpPr/>
          <p:nvPr/>
        </p:nvSpPr>
        <p:spPr>
          <a:xfrm>
            <a:off x="8989966" y="4755634"/>
            <a:ext cx="26324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·38items</a:t>
            </a:r>
            <a:endParaRPr lang="en-US" sz="825" dirty="0"/>
          </a:p>
        </p:txBody>
      </p:sp>
      <p:sp>
        <p:nvSpPr>
          <p:cNvPr id="312" name="Text 273"/>
          <p:cNvSpPr/>
          <p:nvPr/>
        </p:nvSpPr>
        <p:spPr>
          <a:xfrm>
            <a:off x="8568675" y="4808924"/>
            <a:ext cx="11139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C:\Windows\SoftwareDistribution</a:t>
            </a:r>
            <a:endParaRPr lang="en-US" sz="825" dirty="0"/>
          </a:p>
        </p:txBody>
      </p:sp>
      <p:sp>
        <p:nvSpPr>
          <p:cNvPr id="313" name="Text 274"/>
          <p:cNvSpPr/>
          <p:nvPr/>
        </p:nvSpPr>
        <p:spPr>
          <a:xfrm>
            <a:off x="9849903" y="4751426"/>
            <a:ext cx="208594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 GB</a:t>
            </a:r>
            <a:endParaRPr lang="en-US" sz="975" dirty="0"/>
          </a:p>
        </p:txBody>
      </p:sp>
      <p:sp>
        <p:nvSpPr>
          <p:cNvPr id="314" name="Text 275"/>
          <p:cNvSpPr/>
          <p:nvPr/>
        </p:nvSpPr>
        <p:spPr>
          <a:xfrm>
            <a:off x="9744065" y="4810327"/>
            <a:ext cx="3144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confidence97%</a:t>
            </a:r>
            <a:endParaRPr lang="en-US" sz="750" dirty="0"/>
          </a:p>
        </p:txBody>
      </p:sp>
      <p:sp>
        <p:nvSpPr>
          <p:cNvPr id="315" name="Shape 276"/>
          <p:cNvSpPr/>
          <p:nvPr/>
        </p:nvSpPr>
        <p:spPr>
          <a:xfrm>
            <a:off x="10021565" y="4790694"/>
            <a:ext cx="280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6" name="Shape 277"/>
          <p:cNvSpPr/>
          <p:nvPr/>
        </p:nvSpPr>
        <p:spPr>
          <a:xfrm>
            <a:off x="10024370" y="4793498"/>
            <a:ext cx="26658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317" name="Shape 278"/>
          <p:cNvSpPr/>
          <p:nvPr/>
        </p:nvSpPr>
        <p:spPr>
          <a:xfrm>
            <a:off x="10428263" y="3698221"/>
            <a:ext cx="897538" cy="650716"/>
          </a:xfrm>
          <a:prstGeom prst="roundRect">
            <a:avLst>
              <a:gd name="adj" fmla="val 29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18" name="Shape 279"/>
          <p:cNvSpPr/>
          <p:nvPr/>
        </p:nvSpPr>
        <p:spPr>
          <a:xfrm>
            <a:off x="10431068" y="3795279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19" name="Text 280"/>
          <p:cNvSpPr/>
          <p:nvPr/>
        </p:nvSpPr>
        <p:spPr>
          <a:xfrm>
            <a:off x="10470335" y="3731879"/>
            <a:ext cx="32381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WILL CLEAN</a:t>
            </a:r>
            <a:endParaRPr lang="en-US" sz="825" dirty="0"/>
          </a:p>
        </p:txBody>
      </p:sp>
      <p:sp>
        <p:nvSpPr>
          <p:cNvPr id="320" name="Text 281"/>
          <p:cNvSpPr/>
          <p:nvPr/>
        </p:nvSpPr>
        <p:spPr>
          <a:xfrm>
            <a:off x="10745995" y="373468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summary</a:t>
            </a:r>
            <a:endParaRPr lang="en-US" sz="750" dirty="0"/>
          </a:p>
        </p:txBody>
      </p:sp>
      <p:sp>
        <p:nvSpPr>
          <p:cNvPr id="321" name="Text 282"/>
          <p:cNvSpPr/>
          <p:nvPr/>
        </p:nvSpPr>
        <p:spPr>
          <a:xfrm>
            <a:off x="10470335" y="3844071"/>
            <a:ext cx="88959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 RECLAIMABLE</a:t>
            </a:r>
            <a:endParaRPr lang="en-US" sz="750" dirty="0"/>
          </a:p>
        </p:txBody>
      </p:sp>
      <p:sp>
        <p:nvSpPr>
          <p:cNvPr id="322" name="Text 283"/>
          <p:cNvSpPr/>
          <p:nvPr/>
        </p:nvSpPr>
        <p:spPr>
          <a:xfrm>
            <a:off x="10470335" y="3897362"/>
            <a:ext cx="889593" cy="19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8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10.6</a:t>
            </a:r>
            <a:pPr algn="l" indent="0" marL="0">
              <a:lnSpc>
                <a:spcPct val="100000"/>
              </a:lnSpc>
              <a:buNone/>
            </a:pPr>
            <a:r>
              <a:rPr lang="en-US" sz="1890" spc="-8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GB</a:t>
            </a:r>
            <a:endParaRPr lang="en-US" sz="4200" dirty="0"/>
          </a:p>
        </p:txBody>
      </p:sp>
      <p:sp>
        <p:nvSpPr>
          <p:cNvPr id="323" name="Text 284"/>
          <p:cNvSpPr/>
          <p:nvPr/>
        </p:nvSpPr>
        <p:spPr>
          <a:xfrm>
            <a:off x="10470335" y="4135771"/>
            <a:ext cx="303784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 removed</a:t>
            </a:r>
            <a:endParaRPr lang="en-US" sz="900" dirty="0"/>
          </a:p>
        </p:txBody>
      </p:sp>
      <p:sp>
        <p:nvSpPr>
          <p:cNvPr id="324" name="Text 285"/>
          <p:cNvSpPr/>
          <p:nvPr/>
        </p:nvSpPr>
        <p:spPr>
          <a:xfrm>
            <a:off x="11161456" y="413577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25,041</a:t>
            </a:r>
            <a:endParaRPr lang="en-US" sz="900" dirty="0"/>
          </a:p>
        </p:txBody>
      </p:sp>
      <p:sp>
        <p:nvSpPr>
          <p:cNvPr id="325" name="Text 286"/>
          <p:cNvSpPr/>
          <p:nvPr/>
        </p:nvSpPr>
        <p:spPr>
          <a:xfrm>
            <a:off x="10470335" y="4200281"/>
            <a:ext cx="23515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326" name="Text 287"/>
          <p:cNvSpPr/>
          <p:nvPr/>
        </p:nvSpPr>
        <p:spPr>
          <a:xfrm>
            <a:off x="11161456" y="4200281"/>
            <a:ext cx="19847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of 6</a:t>
            </a:r>
            <a:endParaRPr lang="en-US" sz="900" dirty="0"/>
          </a:p>
        </p:txBody>
      </p:sp>
      <p:sp>
        <p:nvSpPr>
          <p:cNvPr id="327" name="Text 288"/>
          <p:cNvSpPr/>
          <p:nvPr/>
        </p:nvSpPr>
        <p:spPr>
          <a:xfrm>
            <a:off x="10470335" y="4264792"/>
            <a:ext cx="26916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est. duration</a:t>
            </a:r>
            <a:endParaRPr lang="en-US" sz="900" dirty="0"/>
          </a:p>
        </p:txBody>
      </p:sp>
      <p:sp>
        <p:nvSpPr>
          <p:cNvPr id="328" name="Text 289"/>
          <p:cNvSpPr/>
          <p:nvPr/>
        </p:nvSpPr>
        <p:spPr>
          <a:xfrm>
            <a:off x="11181836" y="4264792"/>
            <a:ext cx="17809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28s</a:t>
            </a:r>
            <a:endParaRPr lang="en-US" sz="900" dirty="0"/>
          </a:p>
        </p:txBody>
      </p:sp>
      <p:sp>
        <p:nvSpPr>
          <p:cNvPr id="329" name="Shape 290"/>
          <p:cNvSpPr/>
          <p:nvPr/>
        </p:nvSpPr>
        <p:spPr>
          <a:xfrm>
            <a:off x="10428263" y="4393813"/>
            <a:ext cx="897538" cy="690026"/>
          </a:xfrm>
          <a:prstGeom prst="roundRect">
            <a:avLst>
              <a:gd name="adj" fmla="val 276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330" name="Shape 291"/>
          <p:cNvSpPr/>
          <p:nvPr/>
        </p:nvSpPr>
        <p:spPr>
          <a:xfrm>
            <a:off x="10431068" y="4490871"/>
            <a:ext cx="8919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31" name="Text 292"/>
          <p:cNvSpPr/>
          <p:nvPr/>
        </p:nvSpPr>
        <p:spPr>
          <a:xfrm>
            <a:off x="10470335" y="4427471"/>
            <a:ext cx="34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GUARANTEES</a:t>
            </a:r>
            <a:endParaRPr lang="en-US" sz="825" dirty="0"/>
          </a:p>
        </p:txBody>
      </p:sp>
      <p:sp>
        <p:nvSpPr>
          <p:cNvPr id="332" name="Text 293"/>
          <p:cNvSpPr/>
          <p:nvPr/>
        </p:nvSpPr>
        <p:spPr>
          <a:xfrm>
            <a:off x="10470335" y="4565739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3" name="Text 294"/>
          <p:cNvSpPr/>
          <p:nvPr/>
        </p:nvSpPr>
        <p:spPr>
          <a:xfrm>
            <a:off x="10518192" y="4539663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Universally safe categories only — no app data, no documents.</a:t>
            </a:r>
            <a:endParaRPr lang="en-US" sz="900" dirty="0"/>
          </a:p>
        </p:txBody>
      </p:sp>
      <p:sp>
        <p:nvSpPr>
          <p:cNvPr id="334" name="Text 295"/>
          <p:cNvSpPr/>
          <p:nvPr/>
        </p:nvSpPr>
        <p:spPr>
          <a:xfrm>
            <a:off x="10470335" y="4672015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5" name="Text 296"/>
          <p:cNvSpPr/>
          <p:nvPr/>
        </p:nvSpPr>
        <p:spPr>
          <a:xfrm>
            <a:off x="10518192" y="4672015"/>
            <a:ext cx="78437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 cannot be selected here, ever.</a:t>
            </a:r>
            <a:endParaRPr lang="en-US" sz="900" dirty="0"/>
          </a:p>
        </p:txBody>
      </p:sp>
      <p:sp>
        <p:nvSpPr>
          <p:cNvPr id="336" name="Text 297"/>
          <p:cNvSpPr/>
          <p:nvPr/>
        </p:nvSpPr>
        <p:spPr>
          <a:xfrm>
            <a:off x="10470335" y="4778291"/>
            <a:ext cx="114300" cy="9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00" dirty="0"/>
          </a:p>
        </p:txBody>
      </p:sp>
      <p:sp>
        <p:nvSpPr>
          <p:cNvPr id="337" name="Text 298"/>
          <p:cNvSpPr/>
          <p:nvPr/>
        </p:nvSpPr>
        <p:spPr>
          <a:xfrm>
            <a:off x="10518192" y="4752215"/>
            <a:ext cx="841737" cy="14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Removed items go to the Recycle Bin where the OS allows.</a:t>
            </a:r>
            <a:endParaRPr lang="en-US" sz="900" dirty="0"/>
          </a:p>
        </p:txBody>
      </p:sp>
      <p:sp>
        <p:nvSpPr>
          <p:cNvPr id="338" name="Text 299"/>
          <p:cNvSpPr/>
          <p:nvPr/>
        </p:nvSpPr>
        <p:spPr>
          <a:xfrm>
            <a:off x="10470335" y="4993954"/>
            <a:ext cx="889593" cy="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deeper review?</a:t>
            </a:r>
            <a:pPr algn="l" indent="0" marL="0">
              <a:lnSpc>
                <a:spcPct val="155000"/>
              </a:lnSpc>
              <a:buNone/>
            </a:pPr>
            <a:r>
              <a:rPr lang="en-US" sz="825" u="sng" spc="5" kern="0" dirty="0">
                <a:solidFill>
                  <a:srgbClr val="7CC5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Analyze ▸</a:t>
            </a:r>
            <a:endParaRPr lang="en-US" sz="825" dirty="0"/>
          </a:p>
        </p:txBody>
      </p:sp>
      <p:pic>
        <p:nvPicPr>
          <p:cNvPr id="3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49018" y="3175396"/>
            <a:ext cx="85725" cy="123825"/>
          </a:xfrm>
          <a:prstGeom prst="rect">
            <a:avLst/>
          </a:prstGeom>
        </p:spPr>
      </p:pic>
      <p:sp>
        <p:nvSpPr>
          <p:cNvPr id="340" name="Text 300"/>
          <p:cNvSpPr/>
          <p:nvPr/>
        </p:nvSpPr>
        <p:spPr>
          <a:xfrm>
            <a:off x="11768093" y="3165870"/>
            <a:ext cx="1497955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Analyze (running)</a:t>
            </a:r>
            <a:endParaRPr lang="en-US" sz="1125" dirty="0"/>
          </a:p>
        </p:txBody>
      </p:sp>
      <p:sp>
        <p:nvSpPr>
          <p:cNvPr id="341" name="Shape 301"/>
          <p:cNvSpPr/>
          <p:nvPr/>
        </p:nvSpPr>
        <p:spPr>
          <a:xfrm>
            <a:off x="11522137" y="3389692"/>
            <a:ext cx="3590154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342" name="Shape 302"/>
          <p:cNvSpPr/>
          <p:nvPr/>
        </p:nvSpPr>
        <p:spPr>
          <a:xfrm>
            <a:off x="11522137" y="3389692"/>
            <a:ext cx="3590154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43" name="Shape 303"/>
          <p:cNvSpPr/>
          <p:nvPr/>
        </p:nvSpPr>
        <p:spPr>
          <a:xfrm>
            <a:off x="11522137" y="3389692"/>
            <a:ext cx="3590154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44" name="Shape 304"/>
          <p:cNvSpPr/>
          <p:nvPr/>
        </p:nvSpPr>
        <p:spPr>
          <a:xfrm>
            <a:off x="11522137" y="3469921"/>
            <a:ext cx="359015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45" name="Shape 305"/>
          <p:cNvSpPr/>
          <p:nvPr/>
        </p:nvSpPr>
        <p:spPr>
          <a:xfrm>
            <a:off x="11550186" y="3417740"/>
            <a:ext cx="30853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6" name="Shape 306"/>
          <p:cNvSpPr/>
          <p:nvPr/>
        </p:nvSpPr>
        <p:spPr>
          <a:xfrm>
            <a:off x="11597866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7" name="Shape 307"/>
          <p:cNvSpPr/>
          <p:nvPr/>
        </p:nvSpPr>
        <p:spPr>
          <a:xfrm>
            <a:off x="1164555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48" name="Text 308"/>
          <p:cNvSpPr/>
          <p:nvPr/>
        </p:nvSpPr>
        <p:spPr>
          <a:xfrm>
            <a:off x="11671960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349" name="Text 309"/>
          <p:cNvSpPr/>
          <p:nvPr/>
        </p:nvSpPr>
        <p:spPr>
          <a:xfrm>
            <a:off x="14222992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350" name="Text 310"/>
          <p:cNvSpPr/>
          <p:nvPr/>
        </p:nvSpPr>
        <p:spPr>
          <a:xfrm>
            <a:off x="14551549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351" name="Text 311"/>
          <p:cNvSpPr/>
          <p:nvPr/>
        </p:nvSpPr>
        <p:spPr>
          <a:xfrm>
            <a:off x="14880062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352" name="Shape 312"/>
          <p:cNvSpPr/>
          <p:nvPr/>
        </p:nvSpPr>
        <p:spPr>
          <a:xfrm>
            <a:off x="11522137" y="3479446"/>
            <a:ext cx="549742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353" name="Shape 313"/>
          <p:cNvSpPr/>
          <p:nvPr/>
        </p:nvSpPr>
        <p:spPr>
          <a:xfrm>
            <a:off x="12062354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54" name="Shape 314"/>
          <p:cNvSpPr/>
          <p:nvPr/>
        </p:nvSpPr>
        <p:spPr>
          <a:xfrm>
            <a:off x="11522137" y="3660648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3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61405" y="3539749"/>
            <a:ext cx="72925" cy="72925"/>
          </a:xfrm>
          <a:prstGeom prst="rect">
            <a:avLst/>
          </a:prstGeom>
        </p:spPr>
      </p:pic>
      <p:sp>
        <p:nvSpPr>
          <p:cNvPr id="356" name="Text 315"/>
          <p:cNvSpPr/>
          <p:nvPr/>
        </p:nvSpPr>
        <p:spPr>
          <a:xfrm>
            <a:off x="11662378" y="3529932"/>
            <a:ext cx="316538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357" name="Text 316"/>
          <p:cNvSpPr/>
          <p:nvPr/>
        </p:nvSpPr>
        <p:spPr>
          <a:xfrm>
            <a:off x="11662378" y="3591638"/>
            <a:ext cx="3165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358" name="Text 317"/>
          <p:cNvSpPr/>
          <p:nvPr/>
        </p:nvSpPr>
        <p:spPr>
          <a:xfrm>
            <a:off x="11674537" y="3825961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3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72624" y="3803401"/>
            <a:ext cx="39267" cy="39267"/>
          </a:xfrm>
          <a:prstGeom prst="rect">
            <a:avLst/>
          </a:prstGeom>
        </p:spPr>
      </p:pic>
      <p:sp>
        <p:nvSpPr>
          <p:cNvPr id="360" name="Text 318"/>
          <p:cNvSpPr/>
          <p:nvPr/>
        </p:nvSpPr>
        <p:spPr>
          <a:xfrm>
            <a:off x="11639940" y="3799194"/>
            <a:ext cx="174981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361" name="Text 319"/>
          <p:cNvSpPr/>
          <p:nvPr/>
        </p:nvSpPr>
        <p:spPr>
          <a:xfrm>
            <a:off x="11981820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3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72624" y="3890350"/>
            <a:ext cx="39267" cy="39267"/>
          </a:xfrm>
          <a:prstGeom prst="rect">
            <a:avLst/>
          </a:prstGeom>
        </p:spPr>
      </p:pic>
      <p:sp>
        <p:nvSpPr>
          <p:cNvPr id="363" name="Text 320"/>
          <p:cNvSpPr/>
          <p:nvPr/>
        </p:nvSpPr>
        <p:spPr>
          <a:xfrm>
            <a:off x="11639940" y="3886143"/>
            <a:ext cx="31500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364" name="Text 321"/>
          <p:cNvSpPr/>
          <p:nvPr/>
        </p:nvSpPr>
        <p:spPr>
          <a:xfrm>
            <a:off x="11981820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sp>
        <p:nvSpPr>
          <p:cNvPr id="365" name="Shape 322"/>
          <p:cNvSpPr/>
          <p:nvPr/>
        </p:nvSpPr>
        <p:spPr>
          <a:xfrm>
            <a:off x="11522137" y="3953458"/>
            <a:ext cx="546938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366" name="Shape 323"/>
          <p:cNvSpPr/>
          <p:nvPr/>
        </p:nvSpPr>
        <p:spPr>
          <a:xfrm>
            <a:off x="11522137" y="3953458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36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72624" y="3977299"/>
            <a:ext cx="39267" cy="39267"/>
          </a:xfrm>
          <a:prstGeom prst="rect">
            <a:avLst/>
          </a:prstGeom>
        </p:spPr>
      </p:pic>
      <p:sp>
        <p:nvSpPr>
          <p:cNvPr id="368" name="Text 324"/>
          <p:cNvSpPr/>
          <p:nvPr/>
        </p:nvSpPr>
        <p:spPr>
          <a:xfrm>
            <a:off x="11639940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369" name="Text 325"/>
          <p:cNvSpPr/>
          <p:nvPr/>
        </p:nvSpPr>
        <p:spPr>
          <a:xfrm>
            <a:off x="11981820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37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72624" y="4064248"/>
            <a:ext cx="39267" cy="39267"/>
          </a:xfrm>
          <a:prstGeom prst="rect">
            <a:avLst/>
          </a:prstGeom>
        </p:spPr>
      </p:pic>
      <p:sp>
        <p:nvSpPr>
          <p:cNvPr id="371" name="Text 326"/>
          <p:cNvSpPr/>
          <p:nvPr/>
        </p:nvSpPr>
        <p:spPr>
          <a:xfrm>
            <a:off x="11639940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372" name="Text 327"/>
          <p:cNvSpPr/>
          <p:nvPr/>
        </p:nvSpPr>
        <p:spPr>
          <a:xfrm>
            <a:off x="11981820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37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72624" y="4151197"/>
            <a:ext cx="39267" cy="39267"/>
          </a:xfrm>
          <a:prstGeom prst="rect">
            <a:avLst/>
          </a:prstGeom>
        </p:spPr>
      </p:pic>
      <p:sp>
        <p:nvSpPr>
          <p:cNvPr id="374" name="Text 328"/>
          <p:cNvSpPr/>
          <p:nvPr/>
        </p:nvSpPr>
        <p:spPr>
          <a:xfrm>
            <a:off x="11639940" y="4146990"/>
            <a:ext cx="217097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375" name="Text 329"/>
          <p:cNvSpPr/>
          <p:nvPr/>
        </p:nvSpPr>
        <p:spPr>
          <a:xfrm>
            <a:off x="11981820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37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572624" y="4238147"/>
            <a:ext cx="39267" cy="39267"/>
          </a:xfrm>
          <a:prstGeom prst="rect">
            <a:avLst/>
          </a:prstGeom>
        </p:spPr>
      </p:pic>
      <p:sp>
        <p:nvSpPr>
          <p:cNvPr id="377" name="Text 330"/>
          <p:cNvSpPr/>
          <p:nvPr/>
        </p:nvSpPr>
        <p:spPr>
          <a:xfrm>
            <a:off x="11639940" y="4233939"/>
            <a:ext cx="194922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378" name="Text 331"/>
          <p:cNvSpPr/>
          <p:nvPr/>
        </p:nvSpPr>
        <p:spPr>
          <a:xfrm>
            <a:off x="11981820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379" name="Text 332"/>
          <p:cNvSpPr/>
          <p:nvPr/>
        </p:nvSpPr>
        <p:spPr>
          <a:xfrm>
            <a:off x="11674537" y="4434604"/>
            <a:ext cx="3183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380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72624" y="4412044"/>
            <a:ext cx="39267" cy="39267"/>
          </a:xfrm>
          <a:prstGeom prst="rect">
            <a:avLst/>
          </a:prstGeom>
        </p:spPr>
      </p:pic>
      <p:sp>
        <p:nvSpPr>
          <p:cNvPr id="381" name="Text 333"/>
          <p:cNvSpPr/>
          <p:nvPr/>
        </p:nvSpPr>
        <p:spPr>
          <a:xfrm>
            <a:off x="11639940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382" name="Text 334"/>
          <p:cNvSpPr/>
          <p:nvPr/>
        </p:nvSpPr>
        <p:spPr>
          <a:xfrm>
            <a:off x="11981820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383" name="Shape 335"/>
          <p:cNvSpPr/>
          <p:nvPr/>
        </p:nvSpPr>
        <p:spPr>
          <a:xfrm>
            <a:off x="11522137" y="5455433"/>
            <a:ext cx="54693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84" name="Shape 336"/>
          <p:cNvSpPr/>
          <p:nvPr/>
        </p:nvSpPr>
        <p:spPr>
          <a:xfrm>
            <a:off x="11561405" y="5503115"/>
            <a:ext cx="16828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385" name="Text 337"/>
          <p:cNvSpPr/>
          <p:nvPr/>
        </p:nvSpPr>
        <p:spPr>
          <a:xfrm>
            <a:off x="11595062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386" name="Text 338"/>
          <p:cNvSpPr/>
          <p:nvPr/>
        </p:nvSpPr>
        <p:spPr>
          <a:xfrm>
            <a:off x="11561405" y="5535370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387" name="Text 339"/>
          <p:cNvSpPr/>
          <p:nvPr/>
        </p:nvSpPr>
        <p:spPr>
          <a:xfrm>
            <a:off x="11561405" y="5578844"/>
            <a:ext cx="544603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388" name="Shape 340"/>
          <p:cNvSpPr/>
          <p:nvPr/>
        </p:nvSpPr>
        <p:spPr>
          <a:xfrm>
            <a:off x="12071879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89" name="Shape 341"/>
          <p:cNvSpPr/>
          <p:nvPr/>
        </p:nvSpPr>
        <p:spPr>
          <a:xfrm>
            <a:off x="12071879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390" name="Shape 342"/>
          <p:cNvSpPr/>
          <p:nvPr/>
        </p:nvSpPr>
        <p:spPr>
          <a:xfrm>
            <a:off x="12071879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391" name="Text 343"/>
          <p:cNvSpPr/>
          <p:nvPr/>
        </p:nvSpPr>
        <p:spPr>
          <a:xfrm>
            <a:off x="12133585" y="3508896"/>
            <a:ext cx="110438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ANALYZE</a:t>
            </a:r>
            <a:endParaRPr lang="en-US" sz="975" dirty="0"/>
          </a:p>
        </p:txBody>
      </p:sp>
      <p:sp>
        <p:nvSpPr>
          <p:cNvPr id="392" name="Text 344"/>
          <p:cNvSpPr/>
          <p:nvPr/>
        </p:nvSpPr>
        <p:spPr>
          <a:xfrm>
            <a:off x="12133585" y="3564992"/>
            <a:ext cx="110438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C:\Users\op\AppData · recursive · 64% complete</a:t>
            </a:r>
            <a:endParaRPr lang="en-US" sz="825" dirty="0"/>
          </a:p>
        </p:txBody>
      </p:sp>
      <p:sp>
        <p:nvSpPr>
          <p:cNvPr id="393" name="Shape 345"/>
          <p:cNvSpPr/>
          <p:nvPr/>
        </p:nvSpPr>
        <p:spPr>
          <a:xfrm>
            <a:off x="14464994" y="3527128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394" name="Text 346"/>
          <p:cNvSpPr/>
          <p:nvPr/>
        </p:nvSpPr>
        <p:spPr>
          <a:xfrm>
            <a:off x="14518286" y="3538347"/>
            <a:ext cx="2057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395" name="Shape 347"/>
          <p:cNvSpPr/>
          <p:nvPr/>
        </p:nvSpPr>
        <p:spPr>
          <a:xfrm>
            <a:off x="14695559" y="3517311"/>
            <a:ext cx="18152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396" name="Text 348"/>
          <p:cNvSpPr/>
          <p:nvPr/>
        </p:nvSpPr>
        <p:spPr>
          <a:xfrm>
            <a:off x="14699531" y="3539749"/>
            <a:ext cx="1735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</a:t>
            </a:r>
            <a:endParaRPr lang="en-US" sz="900" dirty="0"/>
          </a:p>
        </p:txBody>
      </p:sp>
      <p:sp>
        <p:nvSpPr>
          <p:cNvPr id="397" name="Shape 349"/>
          <p:cNvSpPr/>
          <p:nvPr/>
        </p:nvSpPr>
        <p:spPr>
          <a:xfrm>
            <a:off x="14899521" y="3517311"/>
            <a:ext cx="151065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398" name="Text 350"/>
          <p:cNvSpPr/>
          <p:nvPr/>
        </p:nvSpPr>
        <p:spPr>
          <a:xfrm>
            <a:off x="14903493" y="3539749"/>
            <a:ext cx="143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Halt</a:t>
            </a:r>
            <a:endParaRPr lang="en-US" sz="900" dirty="0"/>
          </a:p>
        </p:txBody>
      </p:sp>
      <p:sp>
        <p:nvSpPr>
          <p:cNvPr id="399" name="Shape 351"/>
          <p:cNvSpPr/>
          <p:nvPr/>
        </p:nvSpPr>
        <p:spPr>
          <a:xfrm>
            <a:off x="12133585" y="3698221"/>
            <a:ext cx="2917001" cy="392673"/>
          </a:xfrm>
          <a:prstGeom prst="roundRect">
            <a:avLst>
              <a:gd name="adj" fmla="val 485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0" name="Text 352"/>
          <p:cNvSpPr/>
          <p:nvPr/>
        </p:nvSpPr>
        <p:spPr>
          <a:xfrm>
            <a:off x="12186877" y="3831449"/>
            <a:ext cx="2568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PIPELINE</a:t>
            </a:r>
            <a:endParaRPr lang="en-US" sz="750" dirty="0"/>
          </a:p>
        </p:txBody>
      </p:sp>
      <p:sp>
        <p:nvSpPr>
          <p:cNvPr id="401" name="Text 353"/>
          <p:cNvSpPr/>
          <p:nvPr/>
        </p:nvSpPr>
        <p:spPr>
          <a:xfrm>
            <a:off x="12186877" y="3879131"/>
            <a:ext cx="256847" cy="11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pPr algn="l" indent="0" marL="0">
              <a:lnSpc>
                <a:spcPct val="100000"/>
              </a:lnSpc>
              <a:buNone/>
            </a:pPr>
            <a:r>
              <a:rPr lang="en-US" sz="945" spc="-42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2100" dirty="0"/>
          </a:p>
        </p:txBody>
      </p:sp>
      <p:sp>
        <p:nvSpPr>
          <p:cNvPr id="402" name="Shape 354"/>
          <p:cNvSpPr/>
          <p:nvPr/>
        </p:nvSpPr>
        <p:spPr>
          <a:xfrm>
            <a:off x="12429230" y="3745903"/>
            <a:ext cx="2285612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3" name="Shape 355"/>
          <p:cNvSpPr/>
          <p:nvPr/>
        </p:nvSpPr>
        <p:spPr>
          <a:xfrm>
            <a:off x="12432034" y="3748707"/>
            <a:ext cx="1459202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4" name="Shape 356"/>
          <p:cNvSpPr/>
          <p:nvPr/>
        </p:nvSpPr>
        <p:spPr>
          <a:xfrm>
            <a:off x="12429230" y="3790780"/>
            <a:ext cx="4481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5" name="Text 357"/>
          <p:cNvSpPr/>
          <p:nvPr/>
        </p:nvSpPr>
        <p:spPr>
          <a:xfrm>
            <a:off x="12383882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06" name="Text 358"/>
          <p:cNvSpPr/>
          <p:nvPr/>
        </p:nvSpPr>
        <p:spPr>
          <a:xfrm>
            <a:off x="12533007" y="3816023"/>
            <a:ext cx="38968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Enumerate paths</a:t>
            </a:r>
            <a:endParaRPr lang="en-US" sz="863" dirty="0"/>
          </a:p>
        </p:txBody>
      </p:sp>
      <p:sp>
        <p:nvSpPr>
          <p:cNvPr id="407" name="Shape 359"/>
          <p:cNvSpPr/>
          <p:nvPr/>
        </p:nvSpPr>
        <p:spPr>
          <a:xfrm>
            <a:off x="12533007" y="3869314"/>
            <a:ext cx="313481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08" name="Shape 360"/>
          <p:cNvSpPr/>
          <p:nvPr/>
        </p:nvSpPr>
        <p:spPr>
          <a:xfrm>
            <a:off x="12535812" y="3872119"/>
            <a:ext cx="30787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09" name="Shape 361"/>
          <p:cNvSpPr/>
          <p:nvPr/>
        </p:nvSpPr>
        <p:spPr>
          <a:xfrm>
            <a:off x="12888560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0" name="Text 362"/>
          <p:cNvSpPr/>
          <p:nvPr/>
        </p:nvSpPr>
        <p:spPr>
          <a:xfrm>
            <a:off x="12843214" y="3831449"/>
            <a:ext cx="12668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750" dirty="0"/>
          </a:p>
        </p:txBody>
      </p:sp>
      <p:sp>
        <p:nvSpPr>
          <p:cNvPr id="411" name="Text 363"/>
          <p:cNvSpPr/>
          <p:nvPr/>
        </p:nvSpPr>
        <p:spPr>
          <a:xfrm>
            <a:off x="1299233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&amp; hash</a:t>
            </a:r>
            <a:endParaRPr lang="en-US" sz="863" dirty="0"/>
          </a:p>
        </p:txBody>
      </p:sp>
      <p:sp>
        <p:nvSpPr>
          <p:cNvPr id="412" name="Shape 364"/>
          <p:cNvSpPr/>
          <p:nvPr/>
        </p:nvSpPr>
        <p:spPr>
          <a:xfrm>
            <a:off x="1299233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3" name="Shape 365"/>
          <p:cNvSpPr/>
          <p:nvPr/>
        </p:nvSpPr>
        <p:spPr>
          <a:xfrm>
            <a:off x="12995144" y="3872119"/>
            <a:ext cx="30791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4" name="Shape 366"/>
          <p:cNvSpPr/>
          <p:nvPr/>
        </p:nvSpPr>
        <p:spPr>
          <a:xfrm>
            <a:off x="13347935" y="3790780"/>
            <a:ext cx="448155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15" name="Text 367"/>
          <p:cNvSpPr/>
          <p:nvPr/>
        </p:nvSpPr>
        <p:spPr>
          <a:xfrm>
            <a:off x="13302588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16" name="Text 368"/>
          <p:cNvSpPr/>
          <p:nvPr/>
        </p:nvSpPr>
        <p:spPr>
          <a:xfrm>
            <a:off x="13451714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&amp; cluster</a:t>
            </a:r>
            <a:endParaRPr lang="en-US" sz="863" dirty="0"/>
          </a:p>
        </p:txBody>
      </p:sp>
      <p:sp>
        <p:nvSpPr>
          <p:cNvPr id="417" name="Shape 369"/>
          <p:cNvSpPr/>
          <p:nvPr/>
        </p:nvSpPr>
        <p:spPr>
          <a:xfrm>
            <a:off x="13451714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18" name="Shape 370"/>
          <p:cNvSpPr/>
          <p:nvPr/>
        </p:nvSpPr>
        <p:spPr>
          <a:xfrm>
            <a:off x="13454518" y="3872119"/>
            <a:ext cx="22166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19" name="Shape 371"/>
          <p:cNvSpPr/>
          <p:nvPr/>
        </p:nvSpPr>
        <p:spPr>
          <a:xfrm>
            <a:off x="13807311" y="3790780"/>
            <a:ext cx="448156" cy="120607"/>
          </a:xfrm>
          <a:prstGeom prst="rect">
            <a:avLst/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420" name="Text 372"/>
          <p:cNvSpPr/>
          <p:nvPr/>
        </p:nvSpPr>
        <p:spPr>
          <a:xfrm>
            <a:off x="13761962" y="3832852"/>
            <a:ext cx="1266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421" name="Text 373"/>
          <p:cNvSpPr/>
          <p:nvPr/>
        </p:nvSpPr>
        <p:spPr>
          <a:xfrm>
            <a:off x="13911088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estimation</a:t>
            </a:r>
            <a:endParaRPr lang="en-US" sz="863" dirty="0"/>
          </a:p>
        </p:txBody>
      </p:sp>
      <p:sp>
        <p:nvSpPr>
          <p:cNvPr id="422" name="Shape 374"/>
          <p:cNvSpPr/>
          <p:nvPr/>
        </p:nvSpPr>
        <p:spPr>
          <a:xfrm>
            <a:off x="13911088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3" name="Shape 375"/>
          <p:cNvSpPr/>
          <p:nvPr/>
        </p:nvSpPr>
        <p:spPr>
          <a:xfrm>
            <a:off x="13913893" y="3872119"/>
            <a:ext cx="11697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24" name="Shape 376"/>
          <p:cNvSpPr/>
          <p:nvPr/>
        </p:nvSpPr>
        <p:spPr>
          <a:xfrm>
            <a:off x="14266685" y="3790780"/>
            <a:ext cx="448156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5" name="Text 377"/>
          <p:cNvSpPr/>
          <p:nvPr/>
        </p:nvSpPr>
        <p:spPr>
          <a:xfrm>
            <a:off x="14221339" y="3832852"/>
            <a:ext cx="12668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26" name="Text 378"/>
          <p:cNvSpPr/>
          <p:nvPr/>
        </p:nvSpPr>
        <p:spPr>
          <a:xfrm>
            <a:off x="14370462" y="3816023"/>
            <a:ext cx="38972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explanation pass</a:t>
            </a:r>
            <a:endParaRPr lang="en-US" sz="863" dirty="0"/>
          </a:p>
        </p:txBody>
      </p:sp>
      <p:sp>
        <p:nvSpPr>
          <p:cNvPr id="427" name="Shape 379"/>
          <p:cNvSpPr/>
          <p:nvPr/>
        </p:nvSpPr>
        <p:spPr>
          <a:xfrm>
            <a:off x="14370462" y="3869314"/>
            <a:ext cx="31352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8" name="Shape 380"/>
          <p:cNvSpPr/>
          <p:nvPr/>
        </p:nvSpPr>
        <p:spPr>
          <a:xfrm>
            <a:off x="12429230" y="3922605"/>
            <a:ext cx="2285612" cy="120607"/>
          </a:xfrm>
          <a:prstGeom prst="rect">
            <a:avLst/>
          </a:prstGeom>
          <a:solidFill>
            <a:srgbClr val="18241E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29" name="Text 381"/>
          <p:cNvSpPr/>
          <p:nvPr/>
        </p:nvSpPr>
        <p:spPr>
          <a:xfrm>
            <a:off x="12383882" y="3964678"/>
            <a:ext cx="1266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430" name="Text 382"/>
          <p:cNvSpPr/>
          <p:nvPr/>
        </p:nvSpPr>
        <p:spPr>
          <a:xfrm>
            <a:off x="12533007" y="3947849"/>
            <a:ext cx="222718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Compose report</a:t>
            </a:r>
            <a:endParaRPr lang="en-US" sz="863" dirty="0"/>
          </a:p>
        </p:txBody>
      </p:sp>
      <p:sp>
        <p:nvSpPr>
          <p:cNvPr id="431" name="Shape 383"/>
          <p:cNvSpPr/>
          <p:nvPr/>
        </p:nvSpPr>
        <p:spPr>
          <a:xfrm>
            <a:off x="12533007" y="4001140"/>
            <a:ext cx="2150980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2" name="Text 384"/>
          <p:cNvSpPr/>
          <p:nvPr/>
        </p:nvSpPr>
        <p:spPr>
          <a:xfrm>
            <a:off x="14825193" y="3780963"/>
            <a:ext cx="24830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ELAPSED</a:t>
            </a:r>
            <a:endParaRPr lang="en-US" sz="750" dirty="0"/>
          </a:p>
        </p:txBody>
      </p:sp>
      <p:sp>
        <p:nvSpPr>
          <p:cNvPr id="433" name="Text 385"/>
          <p:cNvSpPr/>
          <p:nvPr/>
        </p:nvSpPr>
        <p:spPr>
          <a:xfrm>
            <a:off x="14780402" y="3834254"/>
            <a:ext cx="293091" cy="9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00:02:47</a:t>
            </a:r>
            <a:endParaRPr lang="en-US" sz="1200" dirty="0"/>
          </a:p>
        </p:txBody>
      </p:sp>
      <p:sp>
        <p:nvSpPr>
          <p:cNvPr id="434" name="Text 386"/>
          <p:cNvSpPr/>
          <p:nvPr/>
        </p:nvSpPr>
        <p:spPr>
          <a:xfrm>
            <a:off x="14776547" y="3907179"/>
            <a:ext cx="2969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REMAINING</a:t>
            </a:r>
            <a:endParaRPr lang="en-US" sz="750" dirty="0"/>
          </a:p>
        </p:txBody>
      </p:sp>
      <p:sp>
        <p:nvSpPr>
          <p:cNvPr id="435" name="Text 387"/>
          <p:cNvSpPr/>
          <p:nvPr/>
        </p:nvSpPr>
        <p:spPr>
          <a:xfrm>
            <a:off x="14842854" y="3960470"/>
            <a:ext cx="23063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01:38</a:t>
            </a:r>
            <a:endParaRPr lang="en-US" sz="975" dirty="0"/>
          </a:p>
        </p:txBody>
      </p:sp>
      <p:sp>
        <p:nvSpPr>
          <p:cNvPr id="436" name="Shape 388"/>
          <p:cNvSpPr/>
          <p:nvPr/>
        </p:nvSpPr>
        <p:spPr>
          <a:xfrm>
            <a:off x="12133585" y="4135771"/>
            <a:ext cx="1504429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37" name="Shape 389"/>
          <p:cNvSpPr/>
          <p:nvPr/>
        </p:nvSpPr>
        <p:spPr>
          <a:xfrm>
            <a:off x="12136389" y="4232828"/>
            <a:ext cx="14988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38" name="Text 390"/>
          <p:cNvSpPr/>
          <p:nvPr/>
        </p:nvSpPr>
        <p:spPr>
          <a:xfrm>
            <a:off x="12175657" y="4169429"/>
            <a:ext cx="46926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PARTIAL FINDINGS</a:t>
            </a:r>
            <a:endParaRPr lang="en-US" sz="825" dirty="0"/>
          </a:p>
        </p:txBody>
      </p:sp>
      <p:sp>
        <p:nvSpPr>
          <p:cNvPr id="439" name="Text 391"/>
          <p:cNvSpPr/>
          <p:nvPr/>
        </p:nvSpPr>
        <p:spPr>
          <a:xfrm>
            <a:off x="12596773" y="4172233"/>
            <a:ext cx="3483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updating live</a:t>
            </a:r>
            <a:endParaRPr lang="en-US" sz="750" dirty="0"/>
          </a:p>
        </p:txBody>
      </p:sp>
      <p:sp>
        <p:nvSpPr>
          <p:cNvPr id="440" name="Text 392"/>
          <p:cNvSpPr/>
          <p:nvPr/>
        </p:nvSpPr>
        <p:spPr>
          <a:xfrm>
            <a:off x="13371557" y="4169429"/>
            <a:ext cx="30058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10 624items</a:t>
            </a:r>
            <a:endParaRPr lang="en-US" sz="825" dirty="0"/>
          </a:p>
        </p:txBody>
      </p:sp>
      <p:sp>
        <p:nvSpPr>
          <p:cNvPr id="441" name="Shape 393"/>
          <p:cNvSpPr/>
          <p:nvPr/>
        </p:nvSpPr>
        <p:spPr>
          <a:xfrm>
            <a:off x="12175657" y="4281621"/>
            <a:ext cx="39911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2" name="Shape 394"/>
          <p:cNvSpPr/>
          <p:nvPr/>
        </p:nvSpPr>
        <p:spPr>
          <a:xfrm>
            <a:off x="12175657" y="4347826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3" name="Text 395"/>
          <p:cNvSpPr/>
          <p:nvPr/>
        </p:nvSpPr>
        <p:spPr>
          <a:xfrm>
            <a:off x="12270907" y="435782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4" name="Shape 396"/>
          <p:cNvSpPr/>
          <p:nvPr/>
        </p:nvSpPr>
        <p:spPr>
          <a:xfrm>
            <a:off x="12574772" y="4281621"/>
            <a:ext cx="22758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5" name="Shape 397"/>
          <p:cNvSpPr/>
          <p:nvPr/>
        </p:nvSpPr>
        <p:spPr>
          <a:xfrm>
            <a:off x="12574772" y="4347826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6" name="Text 398"/>
          <p:cNvSpPr/>
          <p:nvPr/>
        </p:nvSpPr>
        <p:spPr>
          <a:xfrm>
            <a:off x="12593822" y="43578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750" dirty="0"/>
          </a:p>
        </p:txBody>
      </p:sp>
      <p:sp>
        <p:nvSpPr>
          <p:cNvPr id="447" name="Shape 399"/>
          <p:cNvSpPr/>
          <p:nvPr/>
        </p:nvSpPr>
        <p:spPr>
          <a:xfrm>
            <a:off x="12802357" y="4281621"/>
            <a:ext cx="25734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48" name="Shape 400"/>
          <p:cNvSpPr/>
          <p:nvPr/>
        </p:nvSpPr>
        <p:spPr>
          <a:xfrm>
            <a:off x="12802357" y="4347826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49" name="Text 401"/>
          <p:cNvSpPr/>
          <p:nvPr/>
        </p:nvSpPr>
        <p:spPr>
          <a:xfrm>
            <a:off x="12821407" y="435782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450" name="Shape 402"/>
          <p:cNvSpPr/>
          <p:nvPr/>
        </p:nvSpPr>
        <p:spPr>
          <a:xfrm>
            <a:off x="13059698" y="4281621"/>
            <a:ext cx="53624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451" name="Shape 403"/>
          <p:cNvSpPr/>
          <p:nvPr/>
        </p:nvSpPr>
        <p:spPr>
          <a:xfrm>
            <a:off x="13059698" y="4347826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2" name="Text 404"/>
          <p:cNvSpPr/>
          <p:nvPr/>
        </p:nvSpPr>
        <p:spPr>
          <a:xfrm>
            <a:off x="13154948" y="4357821"/>
            <a:ext cx="4219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53" name="Shape 405"/>
          <p:cNvSpPr/>
          <p:nvPr/>
        </p:nvSpPr>
        <p:spPr>
          <a:xfrm>
            <a:off x="12175657" y="4440384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4" name="Text 406"/>
          <p:cNvSpPr/>
          <p:nvPr/>
        </p:nvSpPr>
        <p:spPr>
          <a:xfrm>
            <a:off x="12270907" y="4433551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38" dirty="0"/>
          </a:p>
        </p:txBody>
      </p:sp>
      <p:sp>
        <p:nvSpPr>
          <p:cNvPr id="455" name="Shape 407"/>
          <p:cNvSpPr/>
          <p:nvPr/>
        </p:nvSpPr>
        <p:spPr>
          <a:xfrm>
            <a:off x="12574772" y="4440384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6" name="Text 408"/>
          <p:cNvSpPr/>
          <p:nvPr/>
        </p:nvSpPr>
        <p:spPr>
          <a:xfrm>
            <a:off x="12593822" y="443355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6,218</a:t>
            </a:r>
            <a:endParaRPr lang="en-US" sz="938" dirty="0"/>
          </a:p>
        </p:txBody>
      </p:sp>
      <p:sp>
        <p:nvSpPr>
          <p:cNvPr id="457" name="Shape 409"/>
          <p:cNvSpPr/>
          <p:nvPr/>
        </p:nvSpPr>
        <p:spPr>
          <a:xfrm>
            <a:off x="12802357" y="4440384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58" name="Text 410"/>
          <p:cNvSpPr/>
          <p:nvPr/>
        </p:nvSpPr>
        <p:spPr>
          <a:xfrm>
            <a:off x="12821407" y="4433551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 GB</a:t>
            </a:r>
            <a:endParaRPr lang="en-US" sz="938" dirty="0"/>
          </a:p>
        </p:txBody>
      </p:sp>
      <p:sp>
        <p:nvSpPr>
          <p:cNvPr id="459" name="Shape 411"/>
          <p:cNvSpPr/>
          <p:nvPr/>
        </p:nvSpPr>
        <p:spPr>
          <a:xfrm>
            <a:off x="13059698" y="4440384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0" name="Shape 412"/>
          <p:cNvSpPr/>
          <p:nvPr/>
        </p:nvSpPr>
        <p:spPr>
          <a:xfrm>
            <a:off x="13087745" y="43938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61" name="Shape 413"/>
          <p:cNvSpPr/>
          <p:nvPr/>
        </p:nvSpPr>
        <p:spPr>
          <a:xfrm>
            <a:off x="13090550" y="4396618"/>
            <a:ext cx="172759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62" name="Text 414"/>
          <p:cNvSpPr/>
          <p:nvPr/>
        </p:nvSpPr>
        <p:spPr>
          <a:xfrm>
            <a:off x="13362617" y="4383996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70%</a:t>
            </a:r>
            <a:endParaRPr lang="en-US" sz="750" dirty="0"/>
          </a:p>
        </p:txBody>
      </p:sp>
      <p:sp>
        <p:nvSpPr>
          <p:cNvPr id="463" name="Shape 415"/>
          <p:cNvSpPr/>
          <p:nvPr/>
        </p:nvSpPr>
        <p:spPr>
          <a:xfrm>
            <a:off x="12175657" y="4532943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4" name="Text 416"/>
          <p:cNvSpPr/>
          <p:nvPr/>
        </p:nvSpPr>
        <p:spPr>
          <a:xfrm>
            <a:off x="12270907" y="4526109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38" dirty="0"/>
          </a:p>
        </p:txBody>
      </p:sp>
      <p:sp>
        <p:nvSpPr>
          <p:cNvPr id="465" name="Shape 417"/>
          <p:cNvSpPr/>
          <p:nvPr/>
        </p:nvSpPr>
        <p:spPr>
          <a:xfrm>
            <a:off x="12574772" y="4532943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6" name="Text 418"/>
          <p:cNvSpPr/>
          <p:nvPr/>
        </p:nvSpPr>
        <p:spPr>
          <a:xfrm>
            <a:off x="12593822" y="452610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2,401</a:t>
            </a:r>
            <a:endParaRPr lang="en-US" sz="938" dirty="0"/>
          </a:p>
        </p:txBody>
      </p:sp>
      <p:sp>
        <p:nvSpPr>
          <p:cNvPr id="467" name="Shape 419"/>
          <p:cNvSpPr/>
          <p:nvPr/>
        </p:nvSpPr>
        <p:spPr>
          <a:xfrm>
            <a:off x="12802357" y="4532943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68" name="Text 420"/>
          <p:cNvSpPr/>
          <p:nvPr/>
        </p:nvSpPr>
        <p:spPr>
          <a:xfrm>
            <a:off x="12821407" y="4526109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GB</a:t>
            </a:r>
            <a:endParaRPr lang="en-US" sz="938" dirty="0"/>
          </a:p>
        </p:txBody>
      </p:sp>
      <p:sp>
        <p:nvSpPr>
          <p:cNvPr id="469" name="Shape 421"/>
          <p:cNvSpPr/>
          <p:nvPr/>
        </p:nvSpPr>
        <p:spPr>
          <a:xfrm>
            <a:off x="13059698" y="4532943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0" name="Shape 422"/>
          <p:cNvSpPr/>
          <p:nvPr/>
        </p:nvSpPr>
        <p:spPr>
          <a:xfrm>
            <a:off x="13087745" y="4486372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71" name="Shape 423"/>
          <p:cNvSpPr/>
          <p:nvPr/>
        </p:nvSpPr>
        <p:spPr>
          <a:xfrm>
            <a:off x="13090550" y="4489177"/>
            <a:ext cx="182620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72" name="Text 424"/>
          <p:cNvSpPr/>
          <p:nvPr/>
        </p:nvSpPr>
        <p:spPr>
          <a:xfrm>
            <a:off x="13362617" y="4476555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750" dirty="0"/>
          </a:p>
        </p:txBody>
      </p:sp>
      <p:sp>
        <p:nvSpPr>
          <p:cNvPr id="473" name="Shape 425"/>
          <p:cNvSpPr/>
          <p:nvPr/>
        </p:nvSpPr>
        <p:spPr>
          <a:xfrm>
            <a:off x="12175657" y="4625502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4" name="Text 426"/>
          <p:cNvSpPr/>
          <p:nvPr/>
        </p:nvSpPr>
        <p:spPr>
          <a:xfrm>
            <a:off x="12270907" y="4618668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38" dirty="0"/>
          </a:p>
        </p:txBody>
      </p:sp>
      <p:sp>
        <p:nvSpPr>
          <p:cNvPr id="475" name="Shape 427"/>
          <p:cNvSpPr/>
          <p:nvPr/>
        </p:nvSpPr>
        <p:spPr>
          <a:xfrm>
            <a:off x="12574772" y="4625502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6" name="Text 428"/>
          <p:cNvSpPr/>
          <p:nvPr/>
        </p:nvSpPr>
        <p:spPr>
          <a:xfrm>
            <a:off x="12593822" y="461866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938" dirty="0"/>
          </a:p>
        </p:txBody>
      </p:sp>
      <p:sp>
        <p:nvSpPr>
          <p:cNvPr id="477" name="Shape 429"/>
          <p:cNvSpPr/>
          <p:nvPr/>
        </p:nvSpPr>
        <p:spPr>
          <a:xfrm>
            <a:off x="12802357" y="4625502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78" name="Text 430"/>
          <p:cNvSpPr/>
          <p:nvPr/>
        </p:nvSpPr>
        <p:spPr>
          <a:xfrm>
            <a:off x="12821407" y="4618668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GB</a:t>
            </a:r>
            <a:endParaRPr lang="en-US" sz="938" dirty="0"/>
          </a:p>
        </p:txBody>
      </p:sp>
      <p:sp>
        <p:nvSpPr>
          <p:cNvPr id="479" name="Shape 431"/>
          <p:cNvSpPr/>
          <p:nvPr/>
        </p:nvSpPr>
        <p:spPr>
          <a:xfrm>
            <a:off x="13059698" y="4625502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0" name="Shape 432"/>
          <p:cNvSpPr/>
          <p:nvPr/>
        </p:nvSpPr>
        <p:spPr>
          <a:xfrm>
            <a:off x="13087745" y="457893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81" name="Shape 433"/>
          <p:cNvSpPr/>
          <p:nvPr/>
        </p:nvSpPr>
        <p:spPr>
          <a:xfrm>
            <a:off x="13090550" y="4581735"/>
            <a:ext cx="19248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82" name="Text 434"/>
          <p:cNvSpPr/>
          <p:nvPr/>
        </p:nvSpPr>
        <p:spPr>
          <a:xfrm>
            <a:off x="13362617" y="4569114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78%</a:t>
            </a:r>
            <a:endParaRPr lang="en-US" sz="750" dirty="0"/>
          </a:p>
        </p:txBody>
      </p:sp>
      <p:sp>
        <p:nvSpPr>
          <p:cNvPr id="483" name="Shape 435"/>
          <p:cNvSpPr/>
          <p:nvPr/>
        </p:nvSpPr>
        <p:spPr>
          <a:xfrm>
            <a:off x="12175657" y="4718060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4" name="Text 436"/>
          <p:cNvSpPr/>
          <p:nvPr/>
        </p:nvSpPr>
        <p:spPr>
          <a:xfrm>
            <a:off x="12270907" y="4711227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38" dirty="0"/>
          </a:p>
        </p:txBody>
      </p:sp>
      <p:sp>
        <p:nvSpPr>
          <p:cNvPr id="485" name="Shape 437"/>
          <p:cNvSpPr/>
          <p:nvPr/>
        </p:nvSpPr>
        <p:spPr>
          <a:xfrm>
            <a:off x="12574772" y="4718060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6" name="Text 438"/>
          <p:cNvSpPr/>
          <p:nvPr/>
        </p:nvSpPr>
        <p:spPr>
          <a:xfrm>
            <a:off x="12593822" y="471122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938" dirty="0"/>
          </a:p>
        </p:txBody>
      </p:sp>
      <p:sp>
        <p:nvSpPr>
          <p:cNvPr id="487" name="Shape 439"/>
          <p:cNvSpPr/>
          <p:nvPr/>
        </p:nvSpPr>
        <p:spPr>
          <a:xfrm>
            <a:off x="12802357" y="4718060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88" name="Text 440"/>
          <p:cNvSpPr/>
          <p:nvPr/>
        </p:nvSpPr>
        <p:spPr>
          <a:xfrm>
            <a:off x="12821407" y="4711227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908 MB</a:t>
            </a:r>
            <a:endParaRPr lang="en-US" sz="938" dirty="0"/>
          </a:p>
        </p:txBody>
      </p:sp>
      <p:sp>
        <p:nvSpPr>
          <p:cNvPr id="489" name="Shape 441"/>
          <p:cNvSpPr/>
          <p:nvPr/>
        </p:nvSpPr>
        <p:spPr>
          <a:xfrm>
            <a:off x="13059698" y="4718060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0" name="Shape 442"/>
          <p:cNvSpPr/>
          <p:nvPr/>
        </p:nvSpPr>
        <p:spPr>
          <a:xfrm>
            <a:off x="13087745" y="467148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491" name="Shape 443"/>
          <p:cNvSpPr/>
          <p:nvPr/>
        </p:nvSpPr>
        <p:spPr>
          <a:xfrm>
            <a:off x="13090550" y="4674294"/>
            <a:ext cx="202385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492" name="Text 444"/>
          <p:cNvSpPr/>
          <p:nvPr/>
        </p:nvSpPr>
        <p:spPr>
          <a:xfrm>
            <a:off x="13362617" y="4661672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750" dirty="0"/>
          </a:p>
        </p:txBody>
      </p:sp>
      <p:sp>
        <p:nvSpPr>
          <p:cNvPr id="493" name="Shape 445"/>
          <p:cNvSpPr/>
          <p:nvPr/>
        </p:nvSpPr>
        <p:spPr>
          <a:xfrm>
            <a:off x="12175657" y="4810619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4" name="Text 446"/>
          <p:cNvSpPr/>
          <p:nvPr/>
        </p:nvSpPr>
        <p:spPr>
          <a:xfrm>
            <a:off x="12270907" y="4803785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38" dirty="0"/>
          </a:p>
        </p:txBody>
      </p:sp>
      <p:sp>
        <p:nvSpPr>
          <p:cNvPr id="495" name="Shape 447"/>
          <p:cNvSpPr/>
          <p:nvPr/>
        </p:nvSpPr>
        <p:spPr>
          <a:xfrm>
            <a:off x="12574772" y="4810619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6" name="Text 448"/>
          <p:cNvSpPr/>
          <p:nvPr/>
        </p:nvSpPr>
        <p:spPr>
          <a:xfrm>
            <a:off x="12593822" y="480378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938" dirty="0"/>
          </a:p>
        </p:txBody>
      </p:sp>
      <p:sp>
        <p:nvSpPr>
          <p:cNvPr id="497" name="Shape 449"/>
          <p:cNvSpPr/>
          <p:nvPr/>
        </p:nvSpPr>
        <p:spPr>
          <a:xfrm>
            <a:off x="12802357" y="4810619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498" name="Text 450"/>
          <p:cNvSpPr/>
          <p:nvPr/>
        </p:nvSpPr>
        <p:spPr>
          <a:xfrm>
            <a:off x="12821407" y="4803785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612 MB</a:t>
            </a:r>
            <a:endParaRPr lang="en-US" sz="938" dirty="0"/>
          </a:p>
        </p:txBody>
      </p:sp>
      <p:sp>
        <p:nvSpPr>
          <p:cNvPr id="499" name="Shape 451"/>
          <p:cNvSpPr/>
          <p:nvPr/>
        </p:nvSpPr>
        <p:spPr>
          <a:xfrm>
            <a:off x="13059698" y="4810619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0" name="Shape 452"/>
          <p:cNvSpPr/>
          <p:nvPr/>
        </p:nvSpPr>
        <p:spPr>
          <a:xfrm>
            <a:off x="13087745" y="476404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01" name="Shape 453"/>
          <p:cNvSpPr/>
          <p:nvPr/>
        </p:nvSpPr>
        <p:spPr>
          <a:xfrm>
            <a:off x="13090550" y="4766853"/>
            <a:ext cx="21224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02" name="Text 454"/>
          <p:cNvSpPr/>
          <p:nvPr/>
        </p:nvSpPr>
        <p:spPr>
          <a:xfrm>
            <a:off x="13362617" y="4754231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750" dirty="0"/>
          </a:p>
        </p:txBody>
      </p:sp>
      <p:sp>
        <p:nvSpPr>
          <p:cNvPr id="503" name="Shape 455"/>
          <p:cNvSpPr/>
          <p:nvPr/>
        </p:nvSpPr>
        <p:spPr>
          <a:xfrm>
            <a:off x="12175657" y="4903177"/>
            <a:ext cx="39911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4" name="Text 456"/>
          <p:cNvSpPr/>
          <p:nvPr/>
        </p:nvSpPr>
        <p:spPr>
          <a:xfrm>
            <a:off x="12270907" y="4896344"/>
            <a:ext cx="2848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38" dirty="0"/>
          </a:p>
        </p:txBody>
      </p:sp>
      <p:sp>
        <p:nvSpPr>
          <p:cNvPr id="505" name="Shape 457"/>
          <p:cNvSpPr/>
          <p:nvPr/>
        </p:nvSpPr>
        <p:spPr>
          <a:xfrm>
            <a:off x="12574772" y="4903177"/>
            <a:ext cx="22758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6" name="Text 458"/>
          <p:cNvSpPr/>
          <p:nvPr/>
        </p:nvSpPr>
        <p:spPr>
          <a:xfrm>
            <a:off x="12593822" y="489634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938" dirty="0"/>
          </a:p>
        </p:txBody>
      </p:sp>
      <p:sp>
        <p:nvSpPr>
          <p:cNvPr id="507" name="Shape 459"/>
          <p:cNvSpPr/>
          <p:nvPr/>
        </p:nvSpPr>
        <p:spPr>
          <a:xfrm>
            <a:off x="12802357" y="4903177"/>
            <a:ext cx="25734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08" name="Text 460"/>
          <p:cNvSpPr/>
          <p:nvPr/>
        </p:nvSpPr>
        <p:spPr>
          <a:xfrm>
            <a:off x="12821407" y="4896344"/>
            <a:ext cx="14304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 MB</a:t>
            </a:r>
            <a:endParaRPr lang="en-US" sz="938" dirty="0"/>
          </a:p>
        </p:txBody>
      </p:sp>
      <p:sp>
        <p:nvSpPr>
          <p:cNvPr id="509" name="Shape 461"/>
          <p:cNvSpPr/>
          <p:nvPr/>
        </p:nvSpPr>
        <p:spPr>
          <a:xfrm>
            <a:off x="13059698" y="4903177"/>
            <a:ext cx="53624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0" name="Shape 462"/>
          <p:cNvSpPr/>
          <p:nvPr/>
        </p:nvSpPr>
        <p:spPr>
          <a:xfrm>
            <a:off x="13087745" y="4856606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1" name="Shape 463"/>
          <p:cNvSpPr/>
          <p:nvPr/>
        </p:nvSpPr>
        <p:spPr>
          <a:xfrm>
            <a:off x="13090550" y="4859412"/>
            <a:ext cx="22210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512" name="Text 464"/>
          <p:cNvSpPr/>
          <p:nvPr/>
        </p:nvSpPr>
        <p:spPr>
          <a:xfrm>
            <a:off x="13362617" y="4846790"/>
            <a:ext cx="127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750" dirty="0"/>
          </a:p>
        </p:txBody>
      </p:sp>
      <p:sp>
        <p:nvSpPr>
          <p:cNvPr id="513" name="Shape 465"/>
          <p:cNvSpPr/>
          <p:nvPr/>
        </p:nvSpPr>
        <p:spPr>
          <a:xfrm>
            <a:off x="13682890" y="4135771"/>
            <a:ext cx="1367696" cy="1231486"/>
          </a:xfrm>
          <a:prstGeom prst="roundRect">
            <a:avLst>
              <a:gd name="adj" fmla="val 154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4" name="Shape 466"/>
          <p:cNvSpPr/>
          <p:nvPr/>
        </p:nvSpPr>
        <p:spPr>
          <a:xfrm>
            <a:off x="13685695" y="4232828"/>
            <a:ext cx="13620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15" name="Text 467"/>
          <p:cNvSpPr/>
          <p:nvPr/>
        </p:nvSpPr>
        <p:spPr>
          <a:xfrm>
            <a:off x="13724962" y="4169429"/>
            <a:ext cx="4062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OPERATOR FEED</a:t>
            </a:r>
            <a:endParaRPr lang="en-US" sz="825" dirty="0"/>
          </a:p>
        </p:txBody>
      </p:sp>
      <p:sp>
        <p:nvSpPr>
          <p:cNvPr id="516" name="Text 468"/>
          <p:cNvSpPr/>
          <p:nvPr/>
        </p:nvSpPr>
        <p:spPr>
          <a:xfrm>
            <a:off x="14083015" y="4172233"/>
            <a:ext cx="2293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stdout</a:t>
            </a:r>
            <a:endParaRPr lang="en-US" sz="750" dirty="0"/>
          </a:p>
        </p:txBody>
      </p:sp>
      <p:sp>
        <p:nvSpPr>
          <p:cNvPr id="517" name="Shape 469"/>
          <p:cNvSpPr/>
          <p:nvPr/>
        </p:nvSpPr>
        <p:spPr>
          <a:xfrm>
            <a:off x="13685695" y="4242353"/>
            <a:ext cx="1362084" cy="1122098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518" name="Text 470"/>
          <p:cNvSpPr/>
          <p:nvPr/>
        </p:nvSpPr>
        <p:spPr>
          <a:xfrm>
            <a:off x="13727767" y="4278816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 · grouped 874 candidate duplicates (sha256)</a:t>
            </a:r>
            <a:endParaRPr lang="en-US" sz="863" dirty="0"/>
          </a:p>
        </p:txBody>
      </p:sp>
      <p:sp>
        <p:nvSpPr>
          <p:cNvPr id="519" name="Text 471"/>
          <p:cNvSpPr/>
          <p:nvPr/>
        </p:nvSpPr>
        <p:spPr>
          <a:xfrm>
            <a:off x="13727767" y="4378737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02:47.342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evaluating C:\Users\op\AppData\Local\Packages</a:t>
            </a:r>
            <a:endParaRPr lang="en-US" sz="863" dirty="0"/>
          </a:p>
        </p:txBody>
      </p:sp>
      <p:sp>
        <p:nvSpPr>
          <p:cNvPr id="520" name="Text 472"/>
          <p:cNvSpPr/>
          <p:nvPr/>
        </p:nvSpPr>
        <p:spPr>
          <a:xfrm>
            <a:off x="13727767" y="447865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02:47.408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protected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skipped 14 items in keychain.db</a:t>
            </a:r>
            <a:endParaRPr lang="en-US" sz="863" dirty="0"/>
          </a:p>
        </p:txBody>
      </p:sp>
      <p:sp>
        <p:nvSpPr>
          <p:cNvPr id="521" name="Text 473"/>
          <p:cNvSpPr/>
          <p:nvPr/>
        </p:nvSpPr>
        <p:spPr>
          <a:xfrm>
            <a:off x="13727767" y="4528619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02:47.611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ndjson flush · 4,096 records</a:t>
            </a:r>
            <a:endParaRPr lang="en-US" sz="863" dirty="0"/>
          </a:p>
        </p:txBody>
      </p:sp>
      <p:sp>
        <p:nvSpPr>
          <p:cNvPr id="522" name="Text 474"/>
          <p:cNvSpPr/>
          <p:nvPr/>
        </p:nvSpPr>
        <p:spPr>
          <a:xfrm>
            <a:off x="13727767" y="4578580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02:47.802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cache.firefox/* (2.1 GB safe)</a:t>
            </a:r>
            <a:endParaRPr lang="en-US" sz="863" dirty="0"/>
          </a:p>
        </p:txBody>
      </p:sp>
      <p:sp>
        <p:nvSpPr>
          <p:cNvPr id="523" name="Text 475"/>
          <p:cNvSpPr/>
          <p:nvPr/>
        </p:nvSpPr>
        <p:spPr>
          <a:xfrm>
            <a:off x="13727767" y="4628541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02:47.918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312 ▸ explanation 0.21s</a:t>
            </a:r>
            <a:endParaRPr lang="en-US" sz="863" dirty="0"/>
          </a:p>
        </p:txBody>
      </p:sp>
      <p:sp>
        <p:nvSpPr>
          <p:cNvPr id="524" name="Text 476"/>
          <p:cNvSpPr/>
          <p:nvPr/>
        </p:nvSpPr>
        <p:spPr>
          <a:xfrm>
            <a:off x="13727767" y="4678501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02:48.114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prompt 313 ▸ explanation 0.18s</a:t>
            </a:r>
            <a:endParaRPr lang="en-US" sz="863" dirty="0"/>
          </a:p>
        </p:txBody>
      </p:sp>
      <p:sp>
        <p:nvSpPr>
          <p:cNvPr id="525" name="Text 477"/>
          <p:cNvSpPr/>
          <p:nvPr/>
        </p:nvSpPr>
        <p:spPr>
          <a:xfrm>
            <a:off x="13727767" y="4728462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02:48.224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merged 88 archive shards into 1 group</a:t>
            </a:r>
            <a:endParaRPr lang="en-US" sz="863" dirty="0"/>
          </a:p>
        </p:txBody>
      </p:sp>
      <p:sp>
        <p:nvSpPr>
          <p:cNvPr id="526" name="Text 478"/>
          <p:cNvSpPr/>
          <p:nvPr/>
        </p:nvSpPr>
        <p:spPr>
          <a:xfrm>
            <a:off x="13727767" y="4778422"/>
            <a:ext cx="1354141" cy="13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02:48.337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 · low-confidence: ProgramData/intel/... (review)</a:t>
            </a:r>
            <a:endParaRPr lang="en-US" sz="863" dirty="0"/>
          </a:p>
        </p:txBody>
      </p:sp>
      <p:sp>
        <p:nvSpPr>
          <p:cNvPr id="527" name="Text 479"/>
          <p:cNvSpPr/>
          <p:nvPr/>
        </p:nvSpPr>
        <p:spPr>
          <a:xfrm>
            <a:off x="13727767" y="4878344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descended D:\Projects\node_modules (depth 6)</a:t>
            </a:r>
            <a:endParaRPr lang="en-US" sz="863" dirty="0"/>
          </a:p>
        </p:txBody>
      </p:sp>
      <p:sp>
        <p:nvSpPr>
          <p:cNvPr id="528" name="Text 480"/>
          <p:cNvSpPr/>
          <p:nvPr/>
        </p:nvSpPr>
        <p:spPr>
          <a:xfrm>
            <a:off x="13727767" y="4928304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02:48.612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 file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2.4 GB iso · last access 412d ago</a:t>
            </a:r>
            <a:endParaRPr lang="en-US" sz="863" dirty="0"/>
          </a:p>
        </p:txBody>
      </p:sp>
      <p:sp>
        <p:nvSpPr>
          <p:cNvPr id="529" name="Text 481"/>
          <p:cNvSpPr/>
          <p:nvPr/>
        </p:nvSpPr>
        <p:spPr>
          <a:xfrm>
            <a:off x="13727767" y="4978265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02:48.800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queued · 312 pending</a:t>
            </a:r>
            <a:endParaRPr lang="en-US" sz="863" dirty="0"/>
          </a:p>
        </p:txBody>
      </p:sp>
      <p:sp>
        <p:nvSpPr>
          <p:cNvPr id="530" name="Text 482"/>
          <p:cNvSpPr/>
          <p:nvPr/>
        </p:nvSpPr>
        <p:spPr>
          <a:xfrm>
            <a:off x="13727767" y="5028226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02:48.972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cleared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thumbcache_*.db · 186 MB</a:t>
            </a:r>
            <a:endParaRPr lang="en-US" sz="863" dirty="0"/>
          </a:p>
        </p:txBody>
      </p:sp>
      <p:sp>
        <p:nvSpPr>
          <p:cNvPr id="531" name="Text 483"/>
          <p:cNvSpPr/>
          <p:nvPr/>
        </p:nvSpPr>
        <p:spPr>
          <a:xfrm>
            <a:off x="13727767" y="5078186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02:49.103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cluster-engine· running similarity pass on media/*</a:t>
            </a:r>
            <a:endParaRPr lang="en-US" sz="863" dirty="0"/>
          </a:p>
        </p:txBody>
      </p:sp>
      <p:sp>
        <p:nvSpPr>
          <p:cNvPr id="532" name="Text 484"/>
          <p:cNvSpPr/>
          <p:nvPr/>
        </p:nvSpPr>
        <p:spPr>
          <a:xfrm>
            <a:off x="13727767" y="5128147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02:49.221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ai/llama3.2:3b· explanation 0.22s · safe</a:t>
            </a:r>
            <a:endParaRPr lang="en-US" sz="863" dirty="0"/>
          </a:p>
        </p:txBody>
      </p:sp>
      <p:sp>
        <p:nvSpPr>
          <p:cNvPr id="533" name="Text 485"/>
          <p:cNvSpPr/>
          <p:nvPr/>
        </p:nvSpPr>
        <p:spPr>
          <a:xfrm>
            <a:off x="13727767" y="5178108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02:49.380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enum· 187,420 / ~ 213,000 entries</a:t>
            </a:r>
            <a:endParaRPr lang="en-US" sz="863" dirty="0"/>
          </a:p>
        </p:txBody>
      </p:sp>
      <p:sp>
        <p:nvSpPr>
          <p:cNvPr id="534" name="Text 486"/>
          <p:cNvSpPr/>
          <p:nvPr/>
        </p:nvSpPr>
        <p:spPr>
          <a:xfrm>
            <a:off x="13727767" y="5228068"/>
            <a:ext cx="1354141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02:49.501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risk-est· risk score 0.18 → safe (browser cache)</a:t>
            </a:r>
            <a:endParaRPr lang="en-US" sz="863" dirty="0"/>
          </a:p>
        </p:txBody>
      </p:sp>
      <p:sp>
        <p:nvSpPr>
          <p:cNvPr id="535" name="Text 487"/>
          <p:cNvSpPr/>
          <p:nvPr/>
        </p:nvSpPr>
        <p:spPr>
          <a:xfrm>
            <a:off x="13727767" y="5278029"/>
            <a:ext cx="1354141" cy="88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02:49.660 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▸waiting for chunk…</a:t>
            </a:r>
            <a:endParaRPr lang="en-US" sz="863" dirty="0"/>
          </a:p>
        </p:txBody>
      </p:sp>
      <p:pic>
        <p:nvPicPr>
          <p:cNvPr id="53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5273803" y="3175396"/>
            <a:ext cx="85725" cy="123825"/>
          </a:xfrm>
          <a:prstGeom prst="rect">
            <a:avLst/>
          </a:prstGeom>
        </p:spPr>
      </p:pic>
      <p:sp>
        <p:nvSpPr>
          <p:cNvPr id="537" name="Text 488"/>
          <p:cNvSpPr/>
          <p:nvPr/>
        </p:nvSpPr>
        <p:spPr>
          <a:xfrm>
            <a:off x="15492878" y="3165870"/>
            <a:ext cx="897880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Findings</a:t>
            </a:r>
            <a:endParaRPr lang="en-US" sz="1125" dirty="0"/>
          </a:p>
        </p:txBody>
      </p:sp>
      <p:sp>
        <p:nvSpPr>
          <p:cNvPr id="538" name="Shape 489"/>
          <p:cNvSpPr/>
          <p:nvPr/>
        </p:nvSpPr>
        <p:spPr>
          <a:xfrm>
            <a:off x="15246921" y="3389692"/>
            <a:ext cx="3590155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539" name="Shape 490"/>
          <p:cNvSpPr/>
          <p:nvPr/>
        </p:nvSpPr>
        <p:spPr>
          <a:xfrm>
            <a:off x="15246921" y="3389692"/>
            <a:ext cx="3590155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40" name="Shape 491"/>
          <p:cNvSpPr/>
          <p:nvPr/>
        </p:nvSpPr>
        <p:spPr>
          <a:xfrm>
            <a:off x="15246921" y="3389692"/>
            <a:ext cx="3590155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41" name="Shape 492"/>
          <p:cNvSpPr/>
          <p:nvPr/>
        </p:nvSpPr>
        <p:spPr>
          <a:xfrm>
            <a:off x="15246921" y="3469921"/>
            <a:ext cx="35901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42" name="Shape 493"/>
          <p:cNvSpPr/>
          <p:nvPr/>
        </p:nvSpPr>
        <p:spPr>
          <a:xfrm>
            <a:off x="15274970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3" name="Shape 494"/>
          <p:cNvSpPr/>
          <p:nvPr/>
        </p:nvSpPr>
        <p:spPr>
          <a:xfrm>
            <a:off x="15322651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4" name="Shape 495"/>
          <p:cNvSpPr/>
          <p:nvPr/>
        </p:nvSpPr>
        <p:spPr>
          <a:xfrm>
            <a:off x="1537033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545" name="Text 496"/>
          <p:cNvSpPr/>
          <p:nvPr/>
        </p:nvSpPr>
        <p:spPr>
          <a:xfrm>
            <a:off x="1539674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546" name="Text 497"/>
          <p:cNvSpPr/>
          <p:nvPr/>
        </p:nvSpPr>
        <p:spPr>
          <a:xfrm>
            <a:off x="1794777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547" name="Text 498"/>
          <p:cNvSpPr/>
          <p:nvPr/>
        </p:nvSpPr>
        <p:spPr>
          <a:xfrm>
            <a:off x="18276333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548" name="Text 499"/>
          <p:cNvSpPr/>
          <p:nvPr/>
        </p:nvSpPr>
        <p:spPr>
          <a:xfrm>
            <a:off x="18604846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549" name="Shape 500"/>
          <p:cNvSpPr/>
          <p:nvPr/>
        </p:nvSpPr>
        <p:spPr>
          <a:xfrm>
            <a:off x="15246921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550" name="Shape 501"/>
          <p:cNvSpPr/>
          <p:nvPr/>
        </p:nvSpPr>
        <p:spPr>
          <a:xfrm>
            <a:off x="15787139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51" name="Shape 502"/>
          <p:cNvSpPr/>
          <p:nvPr/>
        </p:nvSpPr>
        <p:spPr>
          <a:xfrm>
            <a:off x="15246921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552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86188" y="3539749"/>
            <a:ext cx="72926" cy="72925"/>
          </a:xfrm>
          <a:prstGeom prst="rect">
            <a:avLst/>
          </a:prstGeom>
        </p:spPr>
      </p:pic>
      <p:sp>
        <p:nvSpPr>
          <p:cNvPr id="553" name="Text 503"/>
          <p:cNvSpPr/>
          <p:nvPr/>
        </p:nvSpPr>
        <p:spPr>
          <a:xfrm>
            <a:off x="15387161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554" name="Text 504"/>
          <p:cNvSpPr/>
          <p:nvPr/>
        </p:nvSpPr>
        <p:spPr>
          <a:xfrm>
            <a:off x="15387161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555" name="Text 505"/>
          <p:cNvSpPr/>
          <p:nvPr/>
        </p:nvSpPr>
        <p:spPr>
          <a:xfrm>
            <a:off x="15399321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55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297408" y="3803401"/>
            <a:ext cx="39267" cy="39267"/>
          </a:xfrm>
          <a:prstGeom prst="rect">
            <a:avLst/>
          </a:prstGeom>
        </p:spPr>
      </p:pic>
      <p:sp>
        <p:nvSpPr>
          <p:cNvPr id="557" name="Text 506"/>
          <p:cNvSpPr/>
          <p:nvPr/>
        </p:nvSpPr>
        <p:spPr>
          <a:xfrm>
            <a:off x="15364723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558" name="Text 507"/>
          <p:cNvSpPr/>
          <p:nvPr/>
        </p:nvSpPr>
        <p:spPr>
          <a:xfrm>
            <a:off x="15706604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55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297408" y="3890350"/>
            <a:ext cx="39267" cy="39267"/>
          </a:xfrm>
          <a:prstGeom prst="rect">
            <a:avLst/>
          </a:prstGeom>
        </p:spPr>
      </p:pic>
      <p:sp>
        <p:nvSpPr>
          <p:cNvPr id="560" name="Text 508"/>
          <p:cNvSpPr/>
          <p:nvPr/>
        </p:nvSpPr>
        <p:spPr>
          <a:xfrm>
            <a:off x="15364723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561" name="Text 509"/>
          <p:cNvSpPr/>
          <p:nvPr/>
        </p:nvSpPr>
        <p:spPr>
          <a:xfrm>
            <a:off x="15706604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56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297408" y="3977299"/>
            <a:ext cx="39267" cy="39267"/>
          </a:xfrm>
          <a:prstGeom prst="rect">
            <a:avLst/>
          </a:prstGeom>
        </p:spPr>
      </p:pic>
      <p:sp>
        <p:nvSpPr>
          <p:cNvPr id="563" name="Text 510"/>
          <p:cNvSpPr/>
          <p:nvPr/>
        </p:nvSpPr>
        <p:spPr>
          <a:xfrm>
            <a:off x="15364723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564" name="Text 511"/>
          <p:cNvSpPr/>
          <p:nvPr/>
        </p:nvSpPr>
        <p:spPr>
          <a:xfrm>
            <a:off x="15706604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sp>
        <p:nvSpPr>
          <p:cNvPr id="565" name="Shape 512"/>
          <p:cNvSpPr/>
          <p:nvPr/>
        </p:nvSpPr>
        <p:spPr>
          <a:xfrm>
            <a:off x="15246921" y="4040407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566" name="Shape 513"/>
          <p:cNvSpPr/>
          <p:nvPr/>
        </p:nvSpPr>
        <p:spPr>
          <a:xfrm>
            <a:off x="15246921" y="4040407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56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297408" y="4064248"/>
            <a:ext cx="39267" cy="39267"/>
          </a:xfrm>
          <a:prstGeom prst="rect">
            <a:avLst/>
          </a:prstGeom>
        </p:spPr>
      </p:pic>
      <p:sp>
        <p:nvSpPr>
          <p:cNvPr id="568" name="Text 514"/>
          <p:cNvSpPr/>
          <p:nvPr/>
        </p:nvSpPr>
        <p:spPr>
          <a:xfrm>
            <a:off x="15364723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569" name="Text 515"/>
          <p:cNvSpPr/>
          <p:nvPr/>
        </p:nvSpPr>
        <p:spPr>
          <a:xfrm>
            <a:off x="15706604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570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297408" y="4151197"/>
            <a:ext cx="39267" cy="39267"/>
          </a:xfrm>
          <a:prstGeom prst="rect">
            <a:avLst/>
          </a:prstGeom>
        </p:spPr>
      </p:pic>
      <p:sp>
        <p:nvSpPr>
          <p:cNvPr id="571" name="Text 516"/>
          <p:cNvSpPr/>
          <p:nvPr/>
        </p:nvSpPr>
        <p:spPr>
          <a:xfrm>
            <a:off x="15364723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572" name="Text 517"/>
          <p:cNvSpPr/>
          <p:nvPr/>
        </p:nvSpPr>
        <p:spPr>
          <a:xfrm>
            <a:off x="15706604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57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297408" y="4238147"/>
            <a:ext cx="39267" cy="39267"/>
          </a:xfrm>
          <a:prstGeom prst="rect">
            <a:avLst/>
          </a:prstGeom>
        </p:spPr>
      </p:pic>
      <p:sp>
        <p:nvSpPr>
          <p:cNvPr id="574" name="Text 518"/>
          <p:cNvSpPr/>
          <p:nvPr/>
        </p:nvSpPr>
        <p:spPr>
          <a:xfrm>
            <a:off x="15364723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575" name="Text 519"/>
          <p:cNvSpPr/>
          <p:nvPr/>
        </p:nvSpPr>
        <p:spPr>
          <a:xfrm>
            <a:off x="15706604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576" name="Text 520"/>
          <p:cNvSpPr/>
          <p:nvPr/>
        </p:nvSpPr>
        <p:spPr>
          <a:xfrm>
            <a:off x="15399321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5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97408" y="4412044"/>
            <a:ext cx="39267" cy="39267"/>
          </a:xfrm>
          <a:prstGeom prst="rect">
            <a:avLst/>
          </a:prstGeom>
        </p:spPr>
      </p:pic>
      <p:sp>
        <p:nvSpPr>
          <p:cNvPr id="578" name="Text 521"/>
          <p:cNvSpPr/>
          <p:nvPr/>
        </p:nvSpPr>
        <p:spPr>
          <a:xfrm>
            <a:off x="15364723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579" name="Text 522"/>
          <p:cNvSpPr/>
          <p:nvPr/>
        </p:nvSpPr>
        <p:spPr>
          <a:xfrm>
            <a:off x="15706604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580" name="Shape 523"/>
          <p:cNvSpPr/>
          <p:nvPr/>
        </p:nvSpPr>
        <p:spPr>
          <a:xfrm>
            <a:off x="15246921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1" name="Shape 524"/>
          <p:cNvSpPr/>
          <p:nvPr/>
        </p:nvSpPr>
        <p:spPr>
          <a:xfrm>
            <a:off x="15286188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582" name="Text 525"/>
          <p:cNvSpPr/>
          <p:nvPr/>
        </p:nvSpPr>
        <p:spPr>
          <a:xfrm>
            <a:off x="1531984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583" name="Text 526"/>
          <p:cNvSpPr/>
          <p:nvPr/>
        </p:nvSpPr>
        <p:spPr>
          <a:xfrm>
            <a:off x="15286188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584" name="Text 527"/>
          <p:cNvSpPr/>
          <p:nvPr/>
        </p:nvSpPr>
        <p:spPr>
          <a:xfrm>
            <a:off x="15286188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585" name="Shape 528"/>
          <p:cNvSpPr/>
          <p:nvPr/>
        </p:nvSpPr>
        <p:spPr>
          <a:xfrm>
            <a:off x="15796664" y="3479446"/>
            <a:ext cx="3040412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6" name="Shape 529"/>
          <p:cNvSpPr/>
          <p:nvPr/>
        </p:nvSpPr>
        <p:spPr>
          <a:xfrm>
            <a:off x="15796664" y="3479446"/>
            <a:ext cx="3040412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587" name="Shape 530"/>
          <p:cNvSpPr/>
          <p:nvPr/>
        </p:nvSpPr>
        <p:spPr>
          <a:xfrm>
            <a:off x="15796664" y="3626990"/>
            <a:ext cx="3040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588" name="Text 531"/>
          <p:cNvSpPr/>
          <p:nvPr/>
        </p:nvSpPr>
        <p:spPr>
          <a:xfrm>
            <a:off x="15858369" y="3508896"/>
            <a:ext cx="84265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FINDINGS</a:t>
            </a:r>
            <a:endParaRPr lang="en-US" sz="975" dirty="0"/>
          </a:p>
        </p:txBody>
      </p:sp>
      <p:sp>
        <p:nvSpPr>
          <p:cNvPr id="589" name="Text 532"/>
          <p:cNvSpPr/>
          <p:nvPr/>
        </p:nvSpPr>
        <p:spPr>
          <a:xfrm>
            <a:off x="15858369" y="3564992"/>
            <a:ext cx="84265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 items · 14.6 GB across 7 categories</a:t>
            </a:r>
            <a:endParaRPr lang="en-US" sz="825" dirty="0"/>
          </a:p>
        </p:txBody>
      </p:sp>
      <p:sp>
        <p:nvSpPr>
          <p:cNvPr id="590" name="Shape 533"/>
          <p:cNvSpPr/>
          <p:nvPr/>
        </p:nvSpPr>
        <p:spPr>
          <a:xfrm>
            <a:off x="17213573" y="3514506"/>
            <a:ext cx="785610" cy="84144"/>
          </a:xfrm>
          <a:prstGeom prst="rect">
            <a:avLst/>
          </a:prstGeom>
          <a:ln w="9525">
            <a:solidFill>
              <a:srgbClr val="2B3D33"/>
            </a:solidFill>
            <a:prstDash val="solid"/>
          </a:ln>
        </p:spPr>
      </p:sp>
      <p:sp>
        <p:nvSpPr>
          <p:cNvPr id="591" name="Shape 534"/>
          <p:cNvSpPr/>
          <p:nvPr/>
        </p:nvSpPr>
        <p:spPr>
          <a:xfrm>
            <a:off x="17216379" y="3517311"/>
            <a:ext cx="673152" cy="78535"/>
          </a:xfrm>
          <a:prstGeom prst="rect">
            <a:avLst/>
          </a:prstGeom>
          <a:solidFill>
            <a:srgbClr val="18241E"/>
          </a:solidFill>
          <a:ln/>
        </p:spPr>
      </p:sp>
      <p:sp>
        <p:nvSpPr>
          <p:cNvPr id="592" name="Shape 535"/>
          <p:cNvSpPr/>
          <p:nvPr/>
        </p:nvSpPr>
        <p:spPr>
          <a:xfrm>
            <a:off x="17889531" y="3538347"/>
            <a:ext cx="9525" cy="36462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593" name="Text 536"/>
          <p:cNvSpPr/>
          <p:nvPr/>
        </p:nvSpPr>
        <p:spPr>
          <a:xfrm>
            <a:off x="17920385" y="3538347"/>
            <a:ext cx="12414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⌘F</a:t>
            </a:r>
            <a:endParaRPr lang="en-US" sz="750" dirty="0"/>
          </a:p>
        </p:txBody>
      </p:sp>
      <p:sp>
        <p:nvSpPr>
          <p:cNvPr id="594" name="Shape 537"/>
          <p:cNvSpPr/>
          <p:nvPr/>
        </p:nvSpPr>
        <p:spPr>
          <a:xfrm>
            <a:off x="18021621" y="3517311"/>
            <a:ext cx="21921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595" name="Text 538"/>
          <p:cNvSpPr/>
          <p:nvPr/>
        </p:nvSpPr>
        <p:spPr>
          <a:xfrm>
            <a:off x="18025593" y="3539749"/>
            <a:ext cx="2112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Export…</a:t>
            </a:r>
            <a:endParaRPr lang="en-US" sz="900" dirty="0"/>
          </a:p>
        </p:txBody>
      </p:sp>
      <p:sp>
        <p:nvSpPr>
          <p:cNvPr id="596" name="Shape 539"/>
          <p:cNvSpPr/>
          <p:nvPr/>
        </p:nvSpPr>
        <p:spPr>
          <a:xfrm>
            <a:off x="18263274" y="3517311"/>
            <a:ext cx="512094" cy="78535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597" name="Text 540"/>
          <p:cNvSpPr/>
          <p:nvPr/>
        </p:nvSpPr>
        <p:spPr>
          <a:xfrm>
            <a:off x="18267245" y="3539749"/>
            <a:ext cx="50415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" kern="0" dirty="0">
                <a:solidFill>
                  <a:srgbClr val="080D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4 selected · 4.81 GB</a:t>
            </a:r>
            <a:endParaRPr lang="en-US" sz="900" dirty="0"/>
          </a:p>
        </p:txBody>
      </p:sp>
      <p:sp>
        <p:nvSpPr>
          <p:cNvPr id="598" name="Text 541"/>
          <p:cNvSpPr/>
          <p:nvPr/>
        </p:nvSpPr>
        <p:spPr>
          <a:xfrm>
            <a:off x="15858369" y="3709440"/>
            <a:ext cx="3160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599" name="Shape 542"/>
          <p:cNvSpPr/>
          <p:nvPr/>
        </p:nvSpPr>
        <p:spPr>
          <a:xfrm>
            <a:off x="16131839" y="3698221"/>
            <a:ext cx="40323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00" name="Shape 543"/>
          <p:cNvSpPr/>
          <p:nvPr/>
        </p:nvSpPr>
        <p:spPr>
          <a:xfrm>
            <a:off x="16159886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01" name="Text 544"/>
          <p:cNvSpPr/>
          <p:nvPr/>
        </p:nvSpPr>
        <p:spPr>
          <a:xfrm>
            <a:off x="16193544" y="3712245"/>
            <a:ext cx="28559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825" dirty="0"/>
          </a:p>
        </p:txBody>
      </p:sp>
      <p:sp>
        <p:nvSpPr>
          <p:cNvPr id="602" name="Text 545"/>
          <p:cNvSpPr/>
          <p:nvPr/>
        </p:nvSpPr>
        <p:spPr>
          <a:xfrm>
            <a:off x="16419770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6 218</a:t>
            </a:r>
            <a:endParaRPr lang="en-US" sz="750" dirty="0"/>
          </a:p>
        </p:txBody>
      </p:sp>
      <p:sp>
        <p:nvSpPr>
          <p:cNvPr id="603" name="Shape 546"/>
          <p:cNvSpPr/>
          <p:nvPr/>
        </p:nvSpPr>
        <p:spPr>
          <a:xfrm>
            <a:off x="16557513" y="3698221"/>
            <a:ext cx="247699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4" name="Shape 547"/>
          <p:cNvSpPr/>
          <p:nvPr/>
        </p:nvSpPr>
        <p:spPr>
          <a:xfrm>
            <a:off x="16585560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5" name="Text 548"/>
          <p:cNvSpPr/>
          <p:nvPr/>
        </p:nvSpPr>
        <p:spPr>
          <a:xfrm>
            <a:off x="16619218" y="3712245"/>
            <a:ext cx="1649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</a:t>
            </a:r>
            <a:endParaRPr lang="en-US" sz="825" dirty="0"/>
          </a:p>
        </p:txBody>
      </p:sp>
      <p:sp>
        <p:nvSpPr>
          <p:cNvPr id="606" name="Text 549"/>
          <p:cNvSpPr/>
          <p:nvPr/>
        </p:nvSpPr>
        <p:spPr>
          <a:xfrm>
            <a:off x="16724793" y="371364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07" name="Shape 550"/>
          <p:cNvSpPr/>
          <p:nvPr/>
        </p:nvSpPr>
        <p:spPr>
          <a:xfrm>
            <a:off x="16827650" y="3698221"/>
            <a:ext cx="268165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08" name="Shape 551"/>
          <p:cNvSpPr/>
          <p:nvPr/>
        </p:nvSpPr>
        <p:spPr>
          <a:xfrm>
            <a:off x="1685569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09" name="Text 552"/>
          <p:cNvSpPr/>
          <p:nvPr/>
        </p:nvSpPr>
        <p:spPr>
          <a:xfrm>
            <a:off x="16889355" y="3712245"/>
            <a:ext cx="2028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825" dirty="0"/>
          </a:p>
        </p:txBody>
      </p:sp>
      <p:sp>
        <p:nvSpPr>
          <p:cNvPr id="610" name="Text 553"/>
          <p:cNvSpPr/>
          <p:nvPr/>
        </p:nvSpPr>
        <p:spPr>
          <a:xfrm>
            <a:off x="17032839" y="371364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750" dirty="0"/>
          </a:p>
        </p:txBody>
      </p:sp>
      <p:sp>
        <p:nvSpPr>
          <p:cNvPr id="611" name="Shape 554"/>
          <p:cNvSpPr/>
          <p:nvPr/>
        </p:nvSpPr>
        <p:spPr>
          <a:xfrm>
            <a:off x="17118253" y="3698221"/>
            <a:ext cx="392499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2" name="Shape 555"/>
          <p:cNvSpPr/>
          <p:nvPr/>
        </p:nvSpPr>
        <p:spPr>
          <a:xfrm>
            <a:off x="17146302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13" name="Text 556"/>
          <p:cNvSpPr/>
          <p:nvPr/>
        </p:nvSpPr>
        <p:spPr>
          <a:xfrm>
            <a:off x="17179961" y="3712245"/>
            <a:ext cx="2748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825" dirty="0"/>
          </a:p>
        </p:txBody>
      </p:sp>
      <p:sp>
        <p:nvSpPr>
          <p:cNvPr id="614" name="Text 557"/>
          <p:cNvSpPr/>
          <p:nvPr/>
        </p:nvSpPr>
        <p:spPr>
          <a:xfrm>
            <a:off x="17395448" y="3713647"/>
            <a:ext cx="16345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2 401</a:t>
            </a:r>
            <a:endParaRPr lang="en-US" sz="750" dirty="0"/>
          </a:p>
        </p:txBody>
      </p:sp>
      <p:sp>
        <p:nvSpPr>
          <p:cNvPr id="615" name="Shape 558"/>
          <p:cNvSpPr/>
          <p:nvPr/>
        </p:nvSpPr>
        <p:spPr>
          <a:xfrm>
            <a:off x="17533190" y="3698221"/>
            <a:ext cx="315364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16" name="Shape 559"/>
          <p:cNvSpPr/>
          <p:nvPr/>
        </p:nvSpPr>
        <p:spPr>
          <a:xfrm>
            <a:off x="17561237" y="371925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17" name="Text 560"/>
          <p:cNvSpPr/>
          <p:nvPr/>
        </p:nvSpPr>
        <p:spPr>
          <a:xfrm>
            <a:off x="17594896" y="3712245"/>
            <a:ext cx="232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825" dirty="0"/>
          </a:p>
        </p:txBody>
      </p:sp>
      <p:sp>
        <p:nvSpPr>
          <p:cNvPr id="618" name="Text 561"/>
          <p:cNvSpPr/>
          <p:nvPr/>
        </p:nvSpPr>
        <p:spPr>
          <a:xfrm>
            <a:off x="17768136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874</a:t>
            </a:r>
            <a:endParaRPr lang="en-US" sz="750" dirty="0"/>
          </a:p>
        </p:txBody>
      </p:sp>
      <p:sp>
        <p:nvSpPr>
          <p:cNvPr id="619" name="Shape 562"/>
          <p:cNvSpPr/>
          <p:nvPr/>
        </p:nvSpPr>
        <p:spPr>
          <a:xfrm>
            <a:off x="17870993" y="3698221"/>
            <a:ext cx="349332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0" name="Shape 563"/>
          <p:cNvSpPr/>
          <p:nvPr/>
        </p:nvSpPr>
        <p:spPr>
          <a:xfrm>
            <a:off x="17899042" y="371925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21" name="Text 564"/>
          <p:cNvSpPr/>
          <p:nvPr/>
        </p:nvSpPr>
        <p:spPr>
          <a:xfrm>
            <a:off x="17932701" y="3712245"/>
            <a:ext cx="26657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825" dirty="0"/>
          </a:p>
        </p:txBody>
      </p:sp>
      <p:sp>
        <p:nvSpPr>
          <p:cNvPr id="622" name="Text 565"/>
          <p:cNvSpPr/>
          <p:nvPr/>
        </p:nvSpPr>
        <p:spPr>
          <a:xfrm>
            <a:off x="18139904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331</a:t>
            </a:r>
            <a:endParaRPr lang="en-US" sz="750" dirty="0"/>
          </a:p>
        </p:txBody>
      </p:sp>
      <p:sp>
        <p:nvSpPr>
          <p:cNvPr id="623" name="Shape 566"/>
          <p:cNvSpPr/>
          <p:nvPr/>
        </p:nvSpPr>
        <p:spPr>
          <a:xfrm>
            <a:off x="18242763" y="3698221"/>
            <a:ext cx="342360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24" name="Shape 567"/>
          <p:cNvSpPr/>
          <p:nvPr/>
        </p:nvSpPr>
        <p:spPr>
          <a:xfrm>
            <a:off x="18270810" y="3719257"/>
            <a:ext cx="16829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5" name="Text 568"/>
          <p:cNvSpPr/>
          <p:nvPr/>
        </p:nvSpPr>
        <p:spPr>
          <a:xfrm>
            <a:off x="18304469" y="3712245"/>
            <a:ext cx="2596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825" dirty="0"/>
          </a:p>
        </p:txBody>
      </p:sp>
      <p:sp>
        <p:nvSpPr>
          <p:cNvPr id="626" name="Text 569"/>
          <p:cNvSpPr/>
          <p:nvPr/>
        </p:nvSpPr>
        <p:spPr>
          <a:xfrm>
            <a:off x="18504705" y="3713647"/>
            <a:ext cx="12857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712</a:t>
            </a:r>
            <a:endParaRPr lang="en-US" sz="750" dirty="0"/>
          </a:p>
        </p:txBody>
      </p:sp>
      <p:sp>
        <p:nvSpPr>
          <p:cNvPr id="627" name="Shape 570"/>
          <p:cNvSpPr/>
          <p:nvPr/>
        </p:nvSpPr>
        <p:spPr>
          <a:xfrm>
            <a:off x="15858369" y="3779561"/>
            <a:ext cx="155142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28" name="Shape 571"/>
          <p:cNvSpPr/>
          <p:nvPr/>
        </p:nvSpPr>
        <p:spPr>
          <a:xfrm>
            <a:off x="15886419" y="3800597"/>
            <a:ext cx="16827" cy="16829"/>
          </a:xfrm>
          <a:prstGeom prst="ellipse">
            <a:avLst/>
          </a:prstGeom>
          <a:solidFill>
            <a:srgbClr val="7CC596"/>
          </a:solidFill>
          <a:ln/>
        </p:spPr>
      </p:sp>
      <p:sp>
        <p:nvSpPr>
          <p:cNvPr id="629" name="Text 572"/>
          <p:cNvSpPr/>
          <p:nvPr/>
        </p:nvSpPr>
        <p:spPr>
          <a:xfrm>
            <a:off x="15920075" y="3793584"/>
            <a:ext cx="14158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</a:t>
            </a:r>
            <a:endParaRPr lang="en-US" sz="825" dirty="0"/>
          </a:p>
        </p:txBody>
      </p:sp>
      <p:sp>
        <p:nvSpPr>
          <p:cNvPr id="630" name="Shape 573"/>
          <p:cNvSpPr/>
          <p:nvPr/>
        </p:nvSpPr>
        <p:spPr>
          <a:xfrm>
            <a:off x="16035949" y="3779561"/>
            <a:ext cx="264879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31" name="Shape 574"/>
          <p:cNvSpPr/>
          <p:nvPr/>
        </p:nvSpPr>
        <p:spPr>
          <a:xfrm>
            <a:off x="16063996" y="3800597"/>
            <a:ext cx="16829" cy="16829"/>
          </a:xfrm>
          <a:prstGeom prst="ellipse">
            <a:avLst/>
          </a:prstGeom>
          <a:solidFill>
            <a:srgbClr val="D8B46A"/>
          </a:solidFill>
          <a:ln/>
        </p:spPr>
      </p:sp>
      <p:sp>
        <p:nvSpPr>
          <p:cNvPr id="632" name="Text 575"/>
          <p:cNvSpPr/>
          <p:nvPr/>
        </p:nvSpPr>
        <p:spPr>
          <a:xfrm>
            <a:off x="16097655" y="3793584"/>
            <a:ext cx="18212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825" dirty="0"/>
          </a:p>
        </p:txBody>
      </p:sp>
      <p:sp>
        <p:nvSpPr>
          <p:cNvPr id="633" name="Text 576"/>
          <p:cNvSpPr/>
          <p:nvPr/>
        </p:nvSpPr>
        <p:spPr>
          <a:xfrm>
            <a:off x="16220410" y="3794987"/>
            <a:ext cx="128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</a:t>
            </a:r>
            <a:endParaRPr lang="en-US" sz="750" dirty="0"/>
          </a:p>
        </p:txBody>
      </p:sp>
      <p:sp>
        <p:nvSpPr>
          <p:cNvPr id="634" name="Shape 577"/>
          <p:cNvSpPr/>
          <p:nvPr/>
        </p:nvSpPr>
        <p:spPr>
          <a:xfrm>
            <a:off x="16323266" y="3779561"/>
            <a:ext cx="220921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5" name="Shape 578"/>
          <p:cNvSpPr/>
          <p:nvPr/>
        </p:nvSpPr>
        <p:spPr>
          <a:xfrm>
            <a:off x="16351314" y="3800597"/>
            <a:ext cx="16829" cy="16829"/>
          </a:xfrm>
          <a:prstGeom prst="ellipse">
            <a:avLst/>
          </a:prstGeom>
          <a:solidFill>
            <a:srgbClr val="D68A78"/>
          </a:solidFill>
          <a:ln/>
        </p:spPr>
      </p:sp>
      <p:sp>
        <p:nvSpPr>
          <p:cNvPr id="636" name="Text 579"/>
          <p:cNvSpPr/>
          <p:nvPr/>
        </p:nvSpPr>
        <p:spPr>
          <a:xfrm>
            <a:off x="16384972" y="3793584"/>
            <a:ext cx="1556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</a:t>
            </a:r>
            <a:endParaRPr lang="en-US" sz="825" dirty="0"/>
          </a:p>
        </p:txBody>
      </p:sp>
      <p:sp>
        <p:nvSpPr>
          <p:cNvPr id="637" name="Text 580"/>
          <p:cNvSpPr/>
          <p:nvPr/>
        </p:nvSpPr>
        <p:spPr>
          <a:xfrm>
            <a:off x="16481213" y="379498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7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750" dirty="0"/>
          </a:p>
        </p:txBody>
      </p:sp>
      <p:sp>
        <p:nvSpPr>
          <p:cNvPr id="638" name="Shape 581"/>
          <p:cNvSpPr/>
          <p:nvPr/>
        </p:nvSpPr>
        <p:spPr>
          <a:xfrm>
            <a:off x="16614309" y="3779561"/>
            <a:ext cx="193574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39" name="Text 582"/>
          <p:cNvSpPr/>
          <p:nvPr/>
        </p:nvSpPr>
        <p:spPr>
          <a:xfrm>
            <a:off x="16642356" y="3793584"/>
            <a:ext cx="21368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100 MB</a:t>
            </a:r>
            <a:endParaRPr lang="en-US" sz="825" dirty="0"/>
          </a:p>
        </p:txBody>
      </p:sp>
      <p:sp>
        <p:nvSpPr>
          <p:cNvPr id="640" name="Shape 583"/>
          <p:cNvSpPr/>
          <p:nvPr/>
        </p:nvSpPr>
        <p:spPr>
          <a:xfrm>
            <a:off x="16830324" y="3779561"/>
            <a:ext cx="254624" cy="58900"/>
          </a:xfrm>
          <a:prstGeom prst="roundRect">
            <a:avLst>
              <a:gd name="adj" fmla="val 32343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41" name="Text 584"/>
          <p:cNvSpPr/>
          <p:nvPr/>
        </p:nvSpPr>
        <p:spPr>
          <a:xfrm>
            <a:off x="16858371" y="3793584"/>
            <a:ext cx="27472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30d unused</a:t>
            </a:r>
            <a:endParaRPr lang="en-US" sz="825" dirty="0"/>
          </a:p>
        </p:txBody>
      </p:sp>
      <p:sp>
        <p:nvSpPr>
          <p:cNvPr id="642" name="Shape 585"/>
          <p:cNvSpPr/>
          <p:nvPr/>
        </p:nvSpPr>
        <p:spPr>
          <a:xfrm>
            <a:off x="17107386" y="3779561"/>
            <a:ext cx="269567" cy="58900"/>
          </a:xfrm>
          <a:prstGeom prst="roundRect">
            <a:avLst>
              <a:gd name="adj" fmla="val 3234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643" name="Text 586"/>
          <p:cNvSpPr/>
          <p:nvPr/>
        </p:nvSpPr>
        <p:spPr>
          <a:xfrm>
            <a:off x="17135433" y="3793584"/>
            <a:ext cx="28967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duplicates</a:t>
            </a:r>
            <a:endParaRPr lang="en-US" sz="825" dirty="0"/>
          </a:p>
        </p:txBody>
      </p:sp>
      <p:sp>
        <p:nvSpPr>
          <p:cNvPr id="644" name="Shape 587"/>
          <p:cNvSpPr/>
          <p:nvPr/>
        </p:nvSpPr>
        <p:spPr>
          <a:xfrm>
            <a:off x="15858369" y="3877728"/>
            <a:ext cx="2916999" cy="1613729"/>
          </a:xfrm>
          <a:prstGeom prst="roundRect">
            <a:avLst>
              <a:gd name="adj" fmla="val 1180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645" name="Shape 588"/>
          <p:cNvSpPr/>
          <p:nvPr/>
        </p:nvSpPr>
        <p:spPr>
          <a:xfrm>
            <a:off x="15861174" y="39747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46" name="Text 589"/>
          <p:cNvSpPr/>
          <p:nvPr/>
        </p:nvSpPr>
        <p:spPr>
          <a:xfrm>
            <a:off x="15900441" y="3911386"/>
            <a:ext cx="198079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ITEMS</a:t>
            </a:r>
            <a:endParaRPr lang="en-US" sz="825" dirty="0"/>
          </a:p>
        </p:txBody>
      </p:sp>
      <p:sp>
        <p:nvSpPr>
          <p:cNvPr id="647" name="Text 590"/>
          <p:cNvSpPr/>
          <p:nvPr/>
        </p:nvSpPr>
        <p:spPr>
          <a:xfrm>
            <a:off x="16050367" y="3914191"/>
            <a:ext cx="5866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//7of 2,418 — sorted by size</a:t>
            </a:r>
            <a:endParaRPr lang="en-US" sz="750" dirty="0"/>
          </a:p>
        </p:txBody>
      </p:sp>
      <p:sp>
        <p:nvSpPr>
          <p:cNvPr id="648" name="Text 591"/>
          <p:cNvSpPr/>
          <p:nvPr/>
        </p:nvSpPr>
        <p:spPr>
          <a:xfrm>
            <a:off x="18298509" y="3912788"/>
            <a:ext cx="27893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SORT: SIZE ▾</a:t>
            </a:r>
            <a:endParaRPr lang="en-US" sz="750" dirty="0"/>
          </a:p>
        </p:txBody>
      </p:sp>
      <p:sp>
        <p:nvSpPr>
          <p:cNvPr id="649" name="Text 592"/>
          <p:cNvSpPr/>
          <p:nvPr/>
        </p:nvSpPr>
        <p:spPr>
          <a:xfrm>
            <a:off x="18523681" y="391278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50" dirty="0"/>
          </a:p>
        </p:txBody>
      </p:sp>
      <p:sp>
        <p:nvSpPr>
          <p:cNvPr id="650" name="Text 593"/>
          <p:cNvSpPr/>
          <p:nvPr/>
        </p:nvSpPr>
        <p:spPr>
          <a:xfrm>
            <a:off x="18563167" y="3912788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VIEW: ROWS</a:t>
            </a:r>
            <a:endParaRPr lang="en-US" sz="750" dirty="0"/>
          </a:p>
        </p:txBody>
      </p:sp>
      <p:sp>
        <p:nvSpPr>
          <p:cNvPr id="651" name="Shape 594"/>
          <p:cNvSpPr/>
          <p:nvPr/>
        </p:nvSpPr>
        <p:spPr>
          <a:xfrm>
            <a:off x="15861174" y="3984311"/>
            <a:ext cx="9536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2" name="Shape 595"/>
          <p:cNvSpPr/>
          <p:nvPr/>
        </p:nvSpPr>
        <p:spPr>
          <a:xfrm>
            <a:off x="15861174" y="40505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3" name="Shape 596"/>
          <p:cNvSpPr/>
          <p:nvPr/>
        </p:nvSpPr>
        <p:spPr>
          <a:xfrm>
            <a:off x="15956538" y="3984311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4" name="Shape 597"/>
          <p:cNvSpPr/>
          <p:nvPr/>
        </p:nvSpPr>
        <p:spPr>
          <a:xfrm>
            <a:off x="15956538" y="40505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5" name="Shape 598"/>
          <p:cNvSpPr/>
          <p:nvPr/>
        </p:nvSpPr>
        <p:spPr>
          <a:xfrm>
            <a:off x="16035072" y="3984311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6" name="Shape 599"/>
          <p:cNvSpPr/>
          <p:nvPr/>
        </p:nvSpPr>
        <p:spPr>
          <a:xfrm>
            <a:off x="16035072" y="40505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57" name="Text 600"/>
          <p:cNvSpPr/>
          <p:nvPr/>
        </p:nvSpPr>
        <p:spPr>
          <a:xfrm>
            <a:off x="16130322" y="4060511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750" dirty="0"/>
          </a:p>
        </p:txBody>
      </p:sp>
      <p:sp>
        <p:nvSpPr>
          <p:cNvPr id="658" name="Shape 601"/>
          <p:cNvSpPr/>
          <p:nvPr/>
        </p:nvSpPr>
        <p:spPr>
          <a:xfrm>
            <a:off x="16399697" y="3984311"/>
            <a:ext cx="1419232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59" name="Shape 602"/>
          <p:cNvSpPr/>
          <p:nvPr/>
        </p:nvSpPr>
        <p:spPr>
          <a:xfrm>
            <a:off x="16399697" y="40505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0" name="Text 603"/>
          <p:cNvSpPr/>
          <p:nvPr/>
        </p:nvSpPr>
        <p:spPr>
          <a:xfrm>
            <a:off x="16494947" y="406051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PATH</a:t>
            </a:r>
            <a:endParaRPr lang="en-US" sz="750" dirty="0"/>
          </a:p>
        </p:txBody>
      </p:sp>
      <p:sp>
        <p:nvSpPr>
          <p:cNvPr id="661" name="Shape 604"/>
          <p:cNvSpPr/>
          <p:nvPr/>
        </p:nvSpPr>
        <p:spPr>
          <a:xfrm>
            <a:off x="17818929" y="3984311"/>
            <a:ext cx="25243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2" name="Shape 605"/>
          <p:cNvSpPr/>
          <p:nvPr/>
        </p:nvSpPr>
        <p:spPr>
          <a:xfrm>
            <a:off x="17818929" y="40505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3" name="Text 606"/>
          <p:cNvSpPr/>
          <p:nvPr/>
        </p:nvSpPr>
        <p:spPr>
          <a:xfrm>
            <a:off x="17837979" y="406051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</a:t>
            </a:r>
            <a:endParaRPr lang="en-US" sz="750" dirty="0"/>
          </a:p>
        </p:txBody>
      </p:sp>
      <p:sp>
        <p:nvSpPr>
          <p:cNvPr id="664" name="Shape 607"/>
          <p:cNvSpPr/>
          <p:nvPr/>
        </p:nvSpPr>
        <p:spPr>
          <a:xfrm>
            <a:off x="18071362" y="3984311"/>
            <a:ext cx="16829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5" name="Shape 608"/>
          <p:cNvSpPr/>
          <p:nvPr/>
        </p:nvSpPr>
        <p:spPr>
          <a:xfrm>
            <a:off x="18071362" y="40505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6" name="Text 609"/>
          <p:cNvSpPr/>
          <p:nvPr/>
        </p:nvSpPr>
        <p:spPr>
          <a:xfrm>
            <a:off x="18090412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750" dirty="0"/>
          </a:p>
        </p:txBody>
      </p:sp>
      <p:sp>
        <p:nvSpPr>
          <p:cNvPr id="667" name="Shape 610"/>
          <p:cNvSpPr/>
          <p:nvPr/>
        </p:nvSpPr>
        <p:spPr>
          <a:xfrm>
            <a:off x="18239652" y="3984311"/>
            <a:ext cx="308528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68" name="Shape 611"/>
          <p:cNvSpPr/>
          <p:nvPr/>
        </p:nvSpPr>
        <p:spPr>
          <a:xfrm>
            <a:off x="18239652" y="40505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69" name="Text 612"/>
          <p:cNvSpPr/>
          <p:nvPr/>
        </p:nvSpPr>
        <p:spPr>
          <a:xfrm>
            <a:off x="18334902" y="4060511"/>
            <a:ext cx="19422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670" name="Shape 613"/>
          <p:cNvSpPr/>
          <p:nvPr/>
        </p:nvSpPr>
        <p:spPr>
          <a:xfrm>
            <a:off x="18548179" y="3984311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671" name="Shape 614"/>
          <p:cNvSpPr/>
          <p:nvPr/>
        </p:nvSpPr>
        <p:spPr>
          <a:xfrm>
            <a:off x="18548179" y="40505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2" name="Text 615"/>
          <p:cNvSpPr/>
          <p:nvPr/>
        </p:nvSpPr>
        <p:spPr>
          <a:xfrm>
            <a:off x="18567229" y="406051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</a:t>
            </a:r>
            <a:endParaRPr lang="en-US" sz="750" dirty="0"/>
          </a:p>
        </p:txBody>
      </p:sp>
      <p:sp>
        <p:nvSpPr>
          <p:cNvPr id="673" name="Shape 616"/>
          <p:cNvSpPr/>
          <p:nvPr/>
        </p:nvSpPr>
        <p:spPr>
          <a:xfrm>
            <a:off x="15861174" y="4157099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4" name="Shape 617"/>
          <p:cNvSpPr/>
          <p:nvPr/>
        </p:nvSpPr>
        <p:spPr>
          <a:xfrm>
            <a:off x="15889223" y="4097205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75" name="Shape 618"/>
          <p:cNvSpPr/>
          <p:nvPr/>
        </p:nvSpPr>
        <p:spPr>
          <a:xfrm>
            <a:off x="15956538" y="415709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6" name="Text 619"/>
          <p:cNvSpPr/>
          <p:nvPr/>
        </p:nvSpPr>
        <p:spPr>
          <a:xfrm>
            <a:off x="16013688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77" name="Shape 620"/>
          <p:cNvSpPr/>
          <p:nvPr/>
        </p:nvSpPr>
        <p:spPr>
          <a:xfrm>
            <a:off x="16035072" y="415709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78" name="Shape 621"/>
          <p:cNvSpPr/>
          <p:nvPr/>
        </p:nvSpPr>
        <p:spPr>
          <a:xfrm>
            <a:off x="16063120" y="4103516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79" name="Text 622"/>
          <p:cNvSpPr/>
          <p:nvPr/>
        </p:nvSpPr>
        <p:spPr>
          <a:xfrm>
            <a:off x="16096778" y="4090894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680" name="Shape 623"/>
          <p:cNvSpPr/>
          <p:nvPr/>
        </p:nvSpPr>
        <p:spPr>
          <a:xfrm>
            <a:off x="16399697" y="4157099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1" name="Text 624"/>
          <p:cNvSpPr/>
          <p:nvPr/>
        </p:nvSpPr>
        <p:spPr>
          <a:xfrm>
            <a:off x="16494947" y="41362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C:\Users\op\AppData\Local\Temp\nvidia-cache-2025\*</a:t>
            </a:r>
            <a:endParaRPr lang="en-US" sz="863" dirty="0"/>
          </a:p>
        </p:txBody>
      </p:sp>
      <p:sp>
        <p:nvSpPr>
          <p:cNvPr id="682" name="Shape 625"/>
          <p:cNvSpPr/>
          <p:nvPr/>
        </p:nvSpPr>
        <p:spPr>
          <a:xfrm>
            <a:off x="17818929" y="4157099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3" name="Text 626"/>
          <p:cNvSpPr/>
          <p:nvPr/>
        </p:nvSpPr>
        <p:spPr>
          <a:xfrm>
            <a:off x="17837979" y="41362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 GB</a:t>
            </a:r>
            <a:endParaRPr lang="en-US" sz="938" dirty="0"/>
          </a:p>
        </p:txBody>
      </p:sp>
      <p:sp>
        <p:nvSpPr>
          <p:cNvPr id="684" name="Shape 627"/>
          <p:cNvSpPr/>
          <p:nvPr/>
        </p:nvSpPr>
        <p:spPr>
          <a:xfrm>
            <a:off x="18071362" y="4157099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5" name="Text 628"/>
          <p:cNvSpPr/>
          <p:nvPr/>
        </p:nvSpPr>
        <p:spPr>
          <a:xfrm>
            <a:off x="18090412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312d</a:t>
            </a:r>
            <a:endParaRPr lang="en-US" sz="938" dirty="0"/>
          </a:p>
        </p:txBody>
      </p:sp>
      <p:sp>
        <p:nvSpPr>
          <p:cNvPr id="686" name="Shape 629"/>
          <p:cNvSpPr/>
          <p:nvPr/>
        </p:nvSpPr>
        <p:spPr>
          <a:xfrm>
            <a:off x="18239652" y="4157099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87" name="Shape 630"/>
          <p:cNvSpPr/>
          <p:nvPr/>
        </p:nvSpPr>
        <p:spPr>
          <a:xfrm>
            <a:off x="18267699" y="40824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88" name="Text 631"/>
          <p:cNvSpPr/>
          <p:nvPr/>
        </p:nvSpPr>
        <p:spPr>
          <a:xfrm>
            <a:off x="18343899" y="41205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689" name="Shape 632"/>
          <p:cNvSpPr/>
          <p:nvPr/>
        </p:nvSpPr>
        <p:spPr>
          <a:xfrm>
            <a:off x="18548179" y="415709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0" name="Text 633"/>
          <p:cNvSpPr/>
          <p:nvPr/>
        </p:nvSpPr>
        <p:spPr>
          <a:xfrm>
            <a:off x="18567229" y="41362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99%</a:t>
            </a:r>
            <a:endParaRPr lang="en-US" sz="938" dirty="0"/>
          </a:p>
        </p:txBody>
      </p:sp>
      <p:sp>
        <p:nvSpPr>
          <p:cNvPr id="691" name="Shape 634"/>
          <p:cNvSpPr/>
          <p:nvPr/>
        </p:nvSpPr>
        <p:spPr>
          <a:xfrm>
            <a:off x="15861174" y="4263682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2" name="Shape 635"/>
          <p:cNvSpPr/>
          <p:nvPr/>
        </p:nvSpPr>
        <p:spPr>
          <a:xfrm>
            <a:off x="15889223" y="4203788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693" name="Shape 636"/>
          <p:cNvSpPr/>
          <p:nvPr/>
        </p:nvSpPr>
        <p:spPr>
          <a:xfrm>
            <a:off x="15956538" y="426368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4" name="Text 637"/>
          <p:cNvSpPr/>
          <p:nvPr/>
        </p:nvSpPr>
        <p:spPr>
          <a:xfrm>
            <a:off x="16013688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695" name="Shape 638"/>
          <p:cNvSpPr/>
          <p:nvPr/>
        </p:nvSpPr>
        <p:spPr>
          <a:xfrm>
            <a:off x="16035072" y="42636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6" name="Shape 639"/>
          <p:cNvSpPr/>
          <p:nvPr/>
        </p:nvSpPr>
        <p:spPr>
          <a:xfrm>
            <a:off x="16063120" y="4210098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697" name="Text 640"/>
          <p:cNvSpPr/>
          <p:nvPr/>
        </p:nvSpPr>
        <p:spPr>
          <a:xfrm>
            <a:off x="16096778" y="4197476"/>
            <a:ext cx="28252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 Data</a:t>
            </a:r>
            <a:endParaRPr lang="en-US" sz="900" dirty="0"/>
          </a:p>
        </p:txBody>
      </p:sp>
      <p:sp>
        <p:nvSpPr>
          <p:cNvPr id="698" name="Shape 641"/>
          <p:cNvSpPr/>
          <p:nvPr/>
        </p:nvSpPr>
        <p:spPr>
          <a:xfrm>
            <a:off x="16399697" y="4263682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699" name="Text 642"/>
          <p:cNvSpPr/>
          <p:nvPr/>
        </p:nvSpPr>
        <p:spPr>
          <a:xfrm>
            <a:off x="16494947" y="4242824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C:\Users\op\AppData\Local\Microsoft\Edge\User Data\Default\Cache\*</a:t>
            </a:r>
            <a:endParaRPr lang="en-US" sz="863" dirty="0"/>
          </a:p>
        </p:txBody>
      </p:sp>
      <p:sp>
        <p:nvSpPr>
          <p:cNvPr id="700" name="Shape 643"/>
          <p:cNvSpPr/>
          <p:nvPr/>
        </p:nvSpPr>
        <p:spPr>
          <a:xfrm>
            <a:off x="17818929" y="4263682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1" name="Text 644"/>
          <p:cNvSpPr/>
          <p:nvPr/>
        </p:nvSpPr>
        <p:spPr>
          <a:xfrm>
            <a:off x="17837979" y="4242824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1.84 GB</a:t>
            </a:r>
            <a:endParaRPr lang="en-US" sz="938" dirty="0"/>
          </a:p>
        </p:txBody>
      </p:sp>
      <p:sp>
        <p:nvSpPr>
          <p:cNvPr id="702" name="Shape 645"/>
          <p:cNvSpPr/>
          <p:nvPr/>
        </p:nvSpPr>
        <p:spPr>
          <a:xfrm>
            <a:off x="18071362" y="4263682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3" name="Text 646"/>
          <p:cNvSpPr/>
          <p:nvPr/>
        </p:nvSpPr>
        <p:spPr>
          <a:xfrm>
            <a:off x="18090412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7d</a:t>
            </a:r>
            <a:endParaRPr lang="en-US" sz="938" dirty="0"/>
          </a:p>
        </p:txBody>
      </p:sp>
      <p:sp>
        <p:nvSpPr>
          <p:cNvPr id="704" name="Shape 647"/>
          <p:cNvSpPr/>
          <p:nvPr/>
        </p:nvSpPr>
        <p:spPr>
          <a:xfrm>
            <a:off x="18239652" y="42636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5" name="Shape 648"/>
          <p:cNvSpPr/>
          <p:nvPr/>
        </p:nvSpPr>
        <p:spPr>
          <a:xfrm>
            <a:off x="18267699" y="418906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06" name="Text 649"/>
          <p:cNvSpPr/>
          <p:nvPr/>
        </p:nvSpPr>
        <p:spPr>
          <a:xfrm>
            <a:off x="18343899" y="42271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07" name="Shape 650"/>
          <p:cNvSpPr/>
          <p:nvPr/>
        </p:nvSpPr>
        <p:spPr>
          <a:xfrm>
            <a:off x="18548179" y="426368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08" name="Text 651"/>
          <p:cNvSpPr/>
          <p:nvPr/>
        </p:nvSpPr>
        <p:spPr>
          <a:xfrm>
            <a:off x="18567229" y="4242824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98%</a:t>
            </a:r>
            <a:endParaRPr lang="en-US" sz="938" dirty="0"/>
          </a:p>
        </p:txBody>
      </p:sp>
      <p:sp>
        <p:nvSpPr>
          <p:cNvPr id="709" name="Shape 652"/>
          <p:cNvSpPr/>
          <p:nvPr/>
        </p:nvSpPr>
        <p:spPr>
          <a:xfrm>
            <a:off x="15861174" y="4273207"/>
            <a:ext cx="9536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0" name="Shape 653"/>
          <p:cNvSpPr/>
          <p:nvPr/>
        </p:nvSpPr>
        <p:spPr>
          <a:xfrm>
            <a:off x="15861174" y="43702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1" name="Shape 654"/>
          <p:cNvSpPr/>
          <p:nvPr/>
        </p:nvSpPr>
        <p:spPr>
          <a:xfrm>
            <a:off x="15889223" y="4301254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12" name="Shape 655"/>
          <p:cNvSpPr/>
          <p:nvPr/>
        </p:nvSpPr>
        <p:spPr>
          <a:xfrm>
            <a:off x="15956538" y="4273207"/>
            <a:ext cx="78535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3" name="Shape 656"/>
          <p:cNvSpPr/>
          <p:nvPr/>
        </p:nvSpPr>
        <p:spPr>
          <a:xfrm>
            <a:off x="15956538" y="43702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4" name="Text 657"/>
          <p:cNvSpPr/>
          <p:nvPr/>
        </p:nvSpPr>
        <p:spPr>
          <a:xfrm>
            <a:off x="16013688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715" name="Shape 658"/>
          <p:cNvSpPr/>
          <p:nvPr/>
        </p:nvSpPr>
        <p:spPr>
          <a:xfrm>
            <a:off x="16035072" y="4273207"/>
            <a:ext cx="36462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16" name="Shape 659"/>
          <p:cNvSpPr/>
          <p:nvPr/>
        </p:nvSpPr>
        <p:spPr>
          <a:xfrm>
            <a:off x="16035072" y="43702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17" name="Shape 660"/>
          <p:cNvSpPr/>
          <p:nvPr/>
        </p:nvSpPr>
        <p:spPr>
          <a:xfrm>
            <a:off x="16063120" y="4316681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718" name="Text 661"/>
          <p:cNvSpPr/>
          <p:nvPr/>
        </p:nvSpPr>
        <p:spPr>
          <a:xfrm>
            <a:off x="16096778" y="4304059"/>
            <a:ext cx="238309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719" name="Shape 662"/>
          <p:cNvSpPr/>
          <p:nvPr/>
        </p:nvSpPr>
        <p:spPr>
          <a:xfrm>
            <a:off x="16399697" y="4273207"/>
            <a:ext cx="1419232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0" name="Shape 663"/>
          <p:cNvSpPr/>
          <p:nvPr/>
        </p:nvSpPr>
        <p:spPr>
          <a:xfrm>
            <a:off x="16399697" y="43702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1" name="Text 664"/>
          <p:cNvSpPr/>
          <p:nvPr/>
        </p:nvSpPr>
        <p:spPr>
          <a:xfrm>
            <a:off x="16494947" y="4349407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D:\Backups\photos-2024.zip ↔ D:\Photos\2024-archive.zip</a:t>
            </a:r>
            <a:endParaRPr lang="en-US" sz="863" dirty="0"/>
          </a:p>
        </p:txBody>
      </p:sp>
      <p:sp>
        <p:nvSpPr>
          <p:cNvPr id="722" name="Shape 665"/>
          <p:cNvSpPr/>
          <p:nvPr/>
        </p:nvSpPr>
        <p:spPr>
          <a:xfrm>
            <a:off x="17818929" y="4273207"/>
            <a:ext cx="252433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3" name="Shape 666"/>
          <p:cNvSpPr/>
          <p:nvPr/>
        </p:nvSpPr>
        <p:spPr>
          <a:xfrm>
            <a:off x="17818929" y="43702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4" name="Text 667"/>
          <p:cNvSpPr/>
          <p:nvPr/>
        </p:nvSpPr>
        <p:spPr>
          <a:xfrm>
            <a:off x="17837979" y="4349407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endParaRPr lang="en-US" sz="938" dirty="0"/>
          </a:p>
        </p:txBody>
      </p:sp>
      <p:sp>
        <p:nvSpPr>
          <p:cNvPr id="725" name="Shape 668"/>
          <p:cNvSpPr/>
          <p:nvPr/>
        </p:nvSpPr>
        <p:spPr>
          <a:xfrm>
            <a:off x="18071362" y="4273207"/>
            <a:ext cx="168290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6" name="Shape 669"/>
          <p:cNvSpPr/>
          <p:nvPr/>
        </p:nvSpPr>
        <p:spPr>
          <a:xfrm>
            <a:off x="18071362" y="43702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27" name="Text 670"/>
          <p:cNvSpPr/>
          <p:nvPr/>
        </p:nvSpPr>
        <p:spPr>
          <a:xfrm>
            <a:off x="18090412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148d</a:t>
            </a:r>
            <a:endParaRPr lang="en-US" sz="938" dirty="0"/>
          </a:p>
        </p:txBody>
      </p:sp>
      <p:sp>
        <p:nvSpPr>
          <p:cNvPr id="728" name="Shape 671"/>
          <p:cNvSpPr/>
          <p:nvPr/>
        </p:nvSpPr>
        <p:spPr>
          <a:xfrm>
            <a:off x="18239652" y="4273207"/>
            <a:ext cx="308528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29" name="Shape 672"/>
          <p:cNvSpPr/>
          <p:nvPr/>
        </p:nvSpPr>
        <p:spPr>
          <a:xfrm>
            <a:off x="18239652" y="43702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0" name="Shape 673"/>
          <p:cNvSpPr/>
          <p:nvPr/>
        </p:nvSpPr>
        <p:spPr>
          <a:xfrm>
            <a:off x="18267699" y="4295645"/>
            <a:ext cx="189630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31" name="Text 674"/>
          <p:cNvSpPr/>
          <p:nvPr/>
        </p:nvSpPr>
        <p:spPr>
          <a:xfrm>
            <a:off x="18343899" y="43337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32" name="Shape 675"/>
          <p:cNvSpPr/>
          <p:nvPr/>
        </p:nvSpPr>
        <p:spPr>
          <a:xfrm>
            <a:off x="18548179" y="4273207"/>
            <a:ext cx="224384" cy="1065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3" name="Shape 676"/>
          <p:cNvSpPr/>
          <p:nvPr/>
        </p:nvSpPr>
        <p:spPr>
          <a:xfrm>
            <a:off x="18548179" y="43702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4" name="Text 677"/>
          <p:cNvSpPr/>
          <p:nvPr/>
        </p:nvSpPr>
        <p:spPr>
          <a:xfrm>
            <a:off x="18567229" y="434940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highlight>
                  <a:srgbClr val="1B2E22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38" dirty="0"/>
          </a:p>
        </p:txBody>
      </p:sp>
      <p:sp>
        <p:nvSpPr>
          <p:cNvPr id="735" name="Shape 678"/>
          <p:cNvSpPr/>
          <p:nvPr/>
        </p:nvSpPr>
        <p:spPr>
          <a:xfrm>
            <a:off x="15861174" y="4379789"/>
            <a:ext cx="95364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6" name="Shape 679"/>
          <p:cNvSpPr/>
          <p:nvPr/>
        </p:nvSpPr>
        <p:spPr>
          <a:xfrm>
            <a:off x="15861174" y="4957433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7" name="Shape 680"/>
          <p:cNvSpPr/>
          <p:nvPr/>
        </p:nvSpPr>
        <p:spPr>
          <a:xfrm>
            <a:off x="15956538" y="4379789"/>
            <a:ext cx="2816026" cy="58716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738" name="Shape 681"/>
          <p:cNvSpPr/>
          <p:nvPr/>
        </p:nvSpPr>
        <p:spPr>
          <a:xfrm>
            <a:off x="15956538" y="4957433"/>
            <a:ext cx="281602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39" name="Text 682"/>
          <p:cNvSpPr/>
          <p:nvPr/>
        </p:nvSpPr>
        <p:spPr>
          <a:xfrm>
            <a:off x="15984585" y="4391008"/>
            <a:ext cx="16566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FLAGGED</a:t>
            </a:r>
            <a:endParaRPr lang="en-US" sz="750" dirty="0"/>
          </a:p>
        </p:txBody>
      </p:sp>
      <p:sp>
        <p:nvSpPr>
          <p:cNvPr id="740" name="Text 683"/>
          <p:cNvSpPr/>
          <p:nvPr/>
        </p:nvSpPr>
        <p:spPr>
          <a:xfrm>
            <a:off x="15984585" y="4444300"/>
            <a:ext cx="1656666" cy="1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sha256. The two paths suggest one is an older backup. Vigil keeps the most-recently-accessed copy by default; flip to choose manually.</a:t>
            </a:r>
            <a:endParaRPr lang="en-US" sz="938" dirty="0"/>
          </a:p>
        </p:txBody>
      </p:sp>
      <p:sp>
        <p:nvSpPr>
          <p:cNvPr id="741" name="Shape 684"/>
          <p:cNvSpPr/>
          <p:nvPr/>
        </p:nvSpPr>
        <p:spPr>
          <a:xfrm>
            <a:off x="15984585" y="4584540"/>
            <a:ext cx="1580466" cy="9525"/>
          </a:xfrm>
          <a:prstGeom prst="rect">
            <a:avLst/>
          </a:prstGeom>
          <a:solidFill>
            <a:srgbClr val="2B3D33"/>
          </a:solidFill>
          <a:ln/>
        </p:spPr>
      </p:sp>
      <p:sp>
        <p:nvSpPr>
          <p:cNvPr id="742" name="Text 685"/>
          <p:cNvSpPr/>
          <p:nvPr/>
        </p:nvSpPr>
        <p:spPr>
          <a:xfrm>
            <a:off x="15984585" y="4615393"/>
            <a:ext cx="4430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LAST ACCESS</a:t>
            </a:r>
            <a:endParaRPr lang="en-US" sz="750" dirty="0"/>
          </a:p>
        </p:txBody>
      </p:sp>
      <p:sp>
        <p:nvSpPr>
          <p:cNvPr id="743" name="Text 686"/>
          <p:cNvSpPr/>
          <p:nvPr/>
        </p:nvSpPr>
        <p:spPr>
          <a:xfrm>
            <a:off x="15984585" y="4663075"/>
            <a:ext cx="443017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2025-12-12 · 09:14</a:t>
            </a:r>
            <a:endParaRPr lang="en-US" sz="900" dirty="0"/>
          </a:p>
        </p:txBody>
      </p:sp>
      <p:sp>
        <p:nvSpPr>
          <p:cNvPr id="744" name="Text 687"/>
          <p:cNvSpPr/>
          <p:nvPr/>
        </p:nvSpPr>
        <p:spPr>
          <a:xfrm>
            <a:off x="16390669" y="4615393"/>
            <a:ext cx="3090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SEEN</a:t>
            </a:r>
            <a:endParaRPr lang="en-US" sz="750" dirty="0"/>
          </a:p>
        </p:txBody>
      </p:sp>
      <p:sp>
        <p:nvSpPr>
          <p:cNvPr id="745" name="Text 688"/>
          <p:cNvSpPr/>
          <p:nvPr/>
        </p:nvSpPr>
        <p:spPr>
          <a:xfrm>
            <a:off x="16390669" y="4663075"/>
            <a:ext cx="3090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746" name="Text 689"/>
          <p:cNvSpPr/>
          <p:nvPr/>
        </p:nvSpPr>
        <p:spPr>
          <a:xfrm>
            <a:off x="16662736" y="4615393"/>
            <a:ext cx="44301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OWNER</a:t>
            </a:r>
            <a:endParaRPr lang="en-US" sz="750" dirty="0"/>
          </a:p>
        </p:txBody>
      </p:sp>
      <p:sp>
        <p:nvSpPr>
          <p:cNvPr id="747" name="Text 690"/>
          <p:cNvSpPr/>
          <p:nvPr/>
        </p:nvSpPr>
        <p:spPr>
          <a:xfrm>
            <a:off x="16662736" y="4663075"/>
            <a:ext cx="443015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 · BUILTIN\Users</a:t>
            </a:r>
            <a:endParaRPr lang="en-US" sz="900" dirty="0"/>
          </a:p>
        </p:txBody>
      </p:sp>
      <p:sp>
        <p:nvSpPr>
          <p:cNvPr id="748" name="Text 691"/>
          <p:cNvSpPr/>
          <p:nvPr/>
        </p:nvSpPr>
        <p:spPr>
          <a:xfrm>
            <a:off x="17068819" y="4615393"/>
            <a:ext cx="32074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BACKED BY</a:t>
            </a:r>
            <a:endParaRPr lang="en-US" sz="750" dirty="0"/>
          </a:p>
        </p:txBody>
      </p:sp>
      <p:sp>
        <p:nvSpPr>
          <p:cNvPr id="749" name="Text 692"/>
          <p:cNvSpPr/>
          <p:nvPr/>
        </p:nvSpPr>
        <p:spPr>
          <a:xfrm>
            <a:off x="17068819" y="4663075"/>
            <a:ext cx="32074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duplicates</a:t>
            </a:r>
            <a:endParaRPr lang="en-US" sz="900" dirty="0"/>
          </a:p>
        </p:txBody>
      </p:sp>
      <p:sp>
        <p:nvSpPr>
          <p:cNvPr id="750" name="Text 693"/>
          <p:cNvSpPr/>
          <p:nvPr/>
        </p:nvSpPr>
        <p:spPr>
          <a:xfrm>
            <a:off x="17615536" y="4391008"/>
            <a:ext cx="12051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51" name="Shape 694"/>
          <p:cNvSpPr/>
          <p:nvPr/>
        </p:nvSpPr>
        <p:spPr>
          <a:xfrm>
            <a:off x="17615536" y="4444300"/>
            <a:ext cx="559866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752" name="Text 695"/>
          <p:cNvSpPr/>
          <p:nvPr/>
        </p:nvSpPr>
        <p:spPr>
          <a:xfrm>
            <a:off x="17668828" y="4455519"/>
            <a:ext cx="55753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NEWEST · REMOVE OLDER</a:t>
            </a:r>
            <a:endParaRPr lang="en-US" sz="750" dirty="0"/>
          </a:p>
        </p:txBody>
      </p:sp>
      <p:sp>
        <p:nvSpPr>
          <p:cNvPr id="753" name="Text 696"/>
          <p:cNvSpPr/>
          <p:nvPr/>
        </p:nvSpPr>
        <p:spPr>
          <a:xfrm>
            <a:off x="17615536" y="4520029"/>
            <a:ext cx="1205136" cy="8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Frees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 GB</a:t>
            </a:r>
            <a:pPr algn="l" indent="0" marL="0">
              <a:lnSpc>
                <a:spcPct val="155000"/>
              </a:lnSpc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zero unique data lost.</a:t>
            </a:r>
            <a:endParaRPr lang="en-US" sz="863" dirty="0"/>
          </a:p>
        </p:txBody>
      </p:sp>
      <p:sp>
        <p:nvSpPr>
          <p:cNvPr id="754" name="Shape 697"/>
          <p:cNvSpPr/>
          <p:nvPr/>
        </p:nvSpPr>
        <p:spPr>
          <a:xfrm>
            <a:off x="17615536" y="4609258"/>
            <a:ext cx="457053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55" name="Text 698"/>
          <p:cNvSpPr/>
          <p:nvPr/>
        </p:nvSpPr>
        <p:spPr>
          <a:xfrm>
            <a:off x="17619511" y="4631696"/>
            <a:ext cx="44910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recommendation</a:t>
            </a:r>
            <a:endParaRPr lang="en-US" sz="900" dirty="0"/>
          </a:p>
        </p:txBody>
      </p:sp>
      <p:sp>
        <p:nvSpPr>
          <p:cNvPr id="756" name="Shape 699"/>
          <p:cNvSpPr/>
          <p:nvPr/>
        </p:nvSpPr>
        <p:spPr>
          <a:xfrm>
            <a:off x="18095028" y="4609258"/>
            <a:ext cx="35182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7" name="Text 700"/>
          <p:cNvSpPr/>
          <p:nvPr/>
        </p:nvSpPr>
        <p:spPr>
          <a:xfrm>
            <a:off x="18099000" y="4631696"/>
            <a:ext cx="3438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in Explorer</a:t>
            </a:r>
            <a:endParaRPr lang="en-US" sz="900" dirty="0"/>
          </a:p>
        </p:txBody>
      </p:sp>
      <p:sp>
        <p:nvSpPr>
          <p:cNvPr id="758" name="Shape 701"/>
          <p:cNvSpPr/>
          <p:nvPr/>
        </p:nvSpPr>
        <p:spPr>
          <a:xfrm>
            <a:off x="18469294" y="4609258"/>
            <a:ext cx="228637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59" name="Text 702"/>
          <p:cNvSpPr/>
          <p:nvPr/>
        </p:nvSpPr>
        <p:spPr>
          <a:xfrm>
            <a:off x="18473265" y="4631696"/>
            <a:ext cx="2206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900" dirty="0"/>
          </a:p>
        </p:txBody>
      </p:sp>
      <p:sp>
        <p:nvSpPr>
          <p:cNvPr id="760" name="Shape 703"/>
          <p:cNvSpPr/>
          <p:nvPr/>
        </p:nvSpPr>
        <p:spPr>
          <a:xfrm>
            <a:off x="17615536" y="4710231"/>
            <a:ext cx="357264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761" name="Text 704"/>
          <p:cNvSpPr/>
          <p:nvPr/>
        </p:nvSpPr>
        <p:spPr>
          <a:xfrm>
            <a:off x="17619511" y="4732669"/>
            <a:ext cx="349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to ignore list</a:t>
            </a:r>
            <a:endParaRPr lang="en-US" sz="900" dirty="0"/>
          </a:p>
        </p:txBody>
      </p:sp>
      <p:sp>
        <p:nvSpPr>
          <p:cNvPr id="762" name="Text 705"/>
          <p:cNvSpPr/>
          <p:nvPr/>
        </p:nvSpPr>
        <p:spPr>
          <a:xfrm>
            <a:off x="17615536" y="4828033"/>
            <a:ext cx="1205136" cy="12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 · a91f…7c02 · 04ce…2b18 ai-model · llama3.2:3b · explanation 0.22s</a:t>
            </a:r>
            <a:endParaRPr lang="en-US" sz="788" dirty="0"/>
          </a:p>
        </p:txBody>
      </p:sp>
      <p:sp>
        <p:nvSpPr>
          <p:cNvPr id="763" name="Shape 706"/>
          <p:cNvSpPr/>
          <p:nvPr/>
        </p:nvSpPr>
        <p:spPr>
          <a:xfrm>
            <a:off x="15861174" y="5064016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4" name="Shape 707"/>
          <p:cNvSpPr/>
          <p:nvPr/>
        </p:nvSpPr>
        <p:spPr>
          <a:xfrm>
            <a:off x="15889223" y="4995006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765" name="Shape 708"/>
          <p:cNvSpPr/>
          <p:nvPr/>
        </p:nvSpPr>
        <p:spPr>
          <a:xfrm>
            <a:off x="15956538" y="5064016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6" name="Text 709"/>
          <p:cNvSpPr/>
          <p:nvPr/>
        </p:nvSpPr>
        <p:spPr>
          <a:xfrm>
            <a:off x="16013688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67" name="Shape 710"/>
          <p:cNvSpPr/>
          <p:nvPr/>
        </p:nvSpPr>
        <p:spPr>
          <a:xfrm>
            <a:off x="16035072" y="506401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68" name="Shape 711"/>
          <p:cNvSpPr/>
          <p:nvPr/>
        </p:nvSpPr>
        <p:spPr>
          <a:xfrm>
            <a:off x="16063120" y="5010433"/>
            <a:ext cx="16829" cy="1682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769" name="Text 712"/>
          <p:cNvSpPr/>
          <p:nvPr/>
        </p:nvSpPr>
        <p:spPr>
          <a:xfrm>
            <a:off x="16096778" y="4997811"/>
            <a:ext cx="2721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Artifacts</a:t>
            </a:r>
            <a:endParaRPr lang="en-US" sz="900" dirty="0"/>
          </a:p>
        </p:txBody>
      </p:sp>
      <p:sp>
        <p:nvSpPr>
          <p:cNvPr id="770" name="Shape 713"/>
          <p:cNvSpPr/>
          <p:nvPr/>
        </p:nvSpPr>
        <p:spPr>
          <a:xfrm>
            <a:off x="16399697" y="5064016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1" name="Text 714"/>
          <p:cNvSpPr/>
          <p:nvPr/>
        </p:nvSpPr>
        <p:spPr>
          <a:xfrm>
            <a:off x="16494947" y="5043158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D:\Projects\— recursive\node_modules\* (47 folders)</a:t>
            </a:r>
            <a:endParaRPr lang="en-US" sz="863" dirty="0"/>
          </a:p>
        </p:txBody>
      </p:sp>
      <p:sp>
        <p:nvSpPr>
          <p:cNvPr id="772" name="Shape 715"/>
          <p:cNvSpPr/>
          <p:nvPr/>
        </p:nvSpPr>
        <p:spPr>
          <a:xfrm>
            <a:off x="17818929" y="5064016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3" name="Text 716"/>
          <p:cNvSpPr/>
          <p:nvPr/>
        </p:nvSpPr>
        <p:spPr>
          <a:xfrm>
            <a:off x="17837979" y="5043158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 GB</a:t>
            </a:r>
            <a:endParaRPr lang="en-US" sz="938" dirty="0"/>
          </a:p>
        </p:txBody>
      </p:sp>
      <p:sp>
        <p:nvSpPr>
          <p:cNvPr id="774" name="Shape 717"/>
          <p:cNvSpPr/>
          <p:nvPr/>
        </p:nvSpPr>
        <p:spPr>
          <a:xfrm>
            <a:off x="18071362" y="5064016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5" name="Text 718"/>
          <p:cNvSpPr/>
          <p:nvPr/>
        </p:nvSpPr>
        <p:spPr>
          <a:xfrm>
            <a:off x="18090412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</a:t>
            </a:r>
            <a:endParaRPr lang="en-US" sz="938" dirty="0"/>
          </a:p>
        </p:txBody>
      </p:sp>
      <p:sp>
        <p:nvSpPr>
          <p:cNvPr id="776" name="Shape 719"/>
          <p:cNvSpPr/>
          <p:nvPr/>
        </p:nvSpPr>
        <p:spPr>
          <a:xfrm>
            <a:off x="18239652" y="506401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77" name="Shape 720"/>
          <p:cNvSpPr/>
          <p:nvPr/>
        </p:nvSpPr>
        <p:spPr>
          <a:xfrm>
            <a:off x="18267699" y="4989397"/>
            <a:ext cx="152600" cy="58901"/>
          </a:xfrm>
          <a:prstGeom prst="roundRect">
            <a:avLst>
              <a:gd name="adj" fmla="val 32342"/>
            </a:avLst>
          </a:prstGeom>
          <a:solidFill>
            <a:srgbClr val="2E1F1C"/>
          </a:solidFill>
          <a:ln w="9525">
            <a:solidFill>
              <a:srgbClr val="D68A78"/>
            </a:solidFill>
            <a:prstDash val="solid"/>
          </a:ln>
        </p:spPr>
      </p:sp>
      <p:sp>
        <p:nvSpPr>
          <p:cNvPr id="778" name="Text 721"/>
          <p:cNvSpPr/>
          <p:nvPr/>
        </p:nvSpPr>
        <p:spPr>
          <a:xfrm>
            <a:off x="18343899" y="502749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68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750" dirty="0"/>
          </a:p>
        </p:txBody>
      </p:sp>
      <p:sp>
        <p:nvSpPr>
          <p:cNvPr id="779" name="Shape 722"/>
          <p:cNvSpPr/>
          <p:nvPr/>
        </p:nvSpPr>
        <p:spPr>
          <a:xfrm>
            <a:off x="18548179" y="5064016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0" name="Text 723"/>
          <p:cNvSpPr/>
          <p:nvPr/>
        </p:nvSpPr>
        <p:spPr>
          <a:xfrm>
            <a:off x="18567229" y="504315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74%</a:t>
            </a:r>
            <a:endParaRPr lang="en-US" sz="938" dirty="0"/>
          </a:p>
        </p:txBody>
      </p:sp>
      <p:sp>
        <p:nvSpPr>
          <p:cNvPr id="781" name="Shape 724"/>
          <p:cNvSpPr/>
          <p:nvPr/>
        </p:nvSpPr>
        <p:spPr>
          <a:xfrm>
            <a:off x="15861174" y="5170598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2" name="Shape 725"/>
          <p:cNvSpPr/>
          <p:nvPr/>
        </p:nvSpPr>
        <p:spPr>
          <a:xfrm>
            <a:off x="15889223" y="5110704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83" name="Shape 726"/>
          <p:cNvSpPr/>
          <p:nvPr/>
        </p:nvSpPr>
        <p:spPr>
          <a:xfrm>
            <a:off x="15956538" y="5170598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4" name="Text 727"/>
          <p:cNvSpPr/>
          <p:nvPr/>
        </p:nvSpPr>
        <p:spPr>
          <a:xfrm>
            <a:off x="16013688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785" name="Shape 728"/>
          <p:cNvSpPr/>
          <p:nvPr/>
        </p:nvSpPr>
        <p:spPr>
          <a:xfrm>
            <a:off x="16035072" y="517059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6" name="Shape 729"/>
          <p:cNvSpPr/>
          <p:nvPr/>
        </p:nvSpPr>
        <p:spPr>
          <a:xfrm>
            <a:off x="16063120" y="5117015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787" name="Text 730"/>
          <p:cNvSpPr/>
          <p:nvPr/>
        </p:nvSpPr>
        <p:spPr>
          <a:xfrm>
            <a:off x="16096778" y="5104394"/>
            <a:ext cx="26762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Logs</a:t>
            </a:r>
            <a:endParaRPr lang="en-US" sz="900" dirty="0"/>
          </a:p>
        </p:txBody>
      </p:sp>
      <p:sp>
        <p:nvSpPr>
          <p:cNvPr id="788" name="Shape 731"/>
          <p:cNvSpPr/>
          <p:nvPr/>
        </p:nvSpPr>
        <p:spPr>
          <a:xfrm>
            <a:off x="16399697" y="5170598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89" name="Text 732"/>
          <p:cNvSpPr/>
          <p:nvPr/>
        </p:nvSpPr>
        <p:spPr>
          <a:xfrm>
            <a:off x="16494947" y="5149741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C:\Windows\Logs\CBS\CBS.log.* (older than 30d)</a:t>
            </a:r>
            <a:endParaRPr lang="en-US" sz="863" dirty="0"/>
          </a:p>
        </p:txBody>
      </p:sp>
      <p:sp>
        <p:nvSpPr>
          <p:cNvPr id="790" name="Shape 733"/>
          <p:cNvSpPr/>
          <p:nvPr/>
        </p:nvSpPr>
        <p:spPr>
          <a:xfrm>
            <a:off x="17818929" y="5170598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1" name="Text 734"/>
          <p:cNvSpPr/>
          <p:nvPr/>
        </p:nvSpPr>
        <p:spPr>
          <a:xfrm>
            <a:off x="17837979" y="5149741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212 MB</a:t>
            </a:r>
            <a:endParaRPr lang="en-US" sz="938" dirty="0"/>
          </a:p>
        </p:txBody>
      </p:sp>
      <p:sp>
        <p:nvSpPr>
          <p:cNvPr id="792" name="Shape 735"/>
          <p:cNvSpPr/>
          <p:nvPr/>
        </p:nvSpPr>
        <p:spPr>
          <a:xfrm>
            <a:off x="18071362" y="5170598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3" name="Text 736"/>
          <p:cNvSpPr/>
          <p:nvPr/>
        </p:nvSpPr>
        <p:spPr>
          <a:xfrm>
            <a:off x="18090412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45d</a:t>
            </a:r>
            <a:endParaRPr lang="en-US" sz="938" dirty="0"/>
          </a:p>
        </p:txBody>
      </p:sp>
      <p:sp>
        <p:nvSpPr>
          <p:cNvPr id="794" name="Shape 737"/>
          <p:cNvSpPr/>
          <p:nvPr/>
        </p:nvSpPr>
        <p:spPr>
          <a:xfrm>
            <a:off x="18239652" y="517059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5" name="Shape 738"/>
          <p:cNvSpPr/>
          <p:nvPr/>
        </p:nvSpPr>
        <p:spPr>
          <a:xfrm>
            <a:off x="18267699" y="5095979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796" name="Text 739"/>
          <p:cNvSpPr/>
          <p:nvPr/>
        </p:nvSpPr>
        <p:spPr>
          <a:xfrm>
            <a:off x="18343899" y="513407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797" name="Shape 740"/>
          <p:cNvSpPr/>
          <p:nvPr/>
        </p:nvSpPr>
        <p:spPr>
          <a:xfrm>
            <a:off x="18548179" y="5170598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798" name="Text 741"/>
          <p:cNvSpPr/>
          <p:nvPr/>
        </p:nvSpPr>
        <p:spPr>
          <a:xfrm>
            <a:off x="18567229" y="514974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938" dirty="0"/>
          </a:p>
        </p:txBody>
      </p:sp>
      <p:sp>
        <p:nvSpPr>
          <p:cNvPr id="799" name="Shape 742"/>
          <p:cNvSpPr/>
          <p:nvPr/>
        </p:nvSpPr>
        <p:spPr>
          <a:xfrm>
            <a:off x="15861174" y="5277181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0" name="Shape 743"/>
          <p:cNvSpPr/>
          <p:nvPr/>
        </p:nvSpPr>
        <p:spPr>
          <a:xfrm>
            <a:off x="15889223" y="5208172"/>
            <a:ext cx="39267" cy="39267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01" name="Shape 744"/>
          <p:cNvSpPr/>
          <p:nvPr/>
        </p:nvSpPr>
        <p:spPr>
          <a:xfrm>
            <a:off x="15956538" y="527718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2" name="Text 745"/>
          <p:cNvSpPr/>
          <p:nvPr/>
        </p:nvSpPr>
        <p:spPr>
          <a:xfrm>
            <a:off x="16013688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03" name="Shape 746"/>
          <p:cNvSpPr/>
          <p:nvPr/>
        </p:nvSpPr>
        <p:spPr>
          <a:xfrm>
            <a:off x="16035072" y="527718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4" name="Shape 747"/>
          <p:cNvSpPr/>
          <p:nvPr/>
        </p:nvSpPr>
        <p:spPr>
          <a:xfrm>
            <a:off x="16063120" y="5223598"/>
            <a:ext cx="16829" cy="1682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805" name="Text 748"/>
          <p:cNvSpPr/>
          <p:nvPr/>
        </p:nvSpPr>
        <p:spPr>
          <a:xfrm>
            <a:off x="16096778" y="5210976"/>
            <a:ext cx="207062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Archives</a:t>
            </a:r>
            <a:endParaRPr lang="en-US" sz="900" dirty="0"/>
          </a:p>
        </p:txBody>
      </p:sp>
      <p:sp>
        <p:nvSpPr>
          <p:cNvPr id="806" name="Shape 749"/>
          <p:cNvSpPr/>
          <p:nvPr/>
        </p:nvSpPr>
        <p:spPr>
          <a:xfrm>
            <a:off x="16399697" y="5277181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7" name="Text 750"/>
          <p:cNvSpPr/>
          <p:nvPr/>
        </p:nvSpPr>
        <p:spPr>
          <a:xfrm>
            <a:off x="16494947" y="5256323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E:\Downloads\windows10-1909-iso.iso</a:t>
            </a:r>
            <a:endParaRPr lang="en-US" sz="863" dirty="0"/>
          </a:p>
        </p:txBody>
      </p:sp>
      <p:sp>
        <p:nvSpPr>
          <p:cNvPr id="808" name="Shape 751"/>
          <p:cNvSpPr/>
          <p:nvPr/>
        </p:nvSpPr>
        <p:spPr>
          <a:xfrm>
            <a:off x="17818929" y="5277181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09" name="Text 752"/>
          <p:cNvSpPr/>
          <p:nvPr/>
        </p:nvSpPr>
        <p:spPr>
          <a:xfrm>
            <a:off x="17837979" y="5256323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4.40 GB</a:t>
            </a:r>
            <a:endParaRPr lang="en-US" sz="938" dirty="0"/>
          </a:p>
        </p:txBody>
      </p:sp>
      <p:sp>
        <p:nvSpPr>
          <p:cNvPr id="810" name="Shape 753"/>
          <p:cNvSpPr/>
          <p:nvPr/>
        </p:nvSpPr>
        <p:spPr>
          <a:xfrm>
            <a:off x="18071362" y="5277181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1" name="Text 754"/>
          <p:cNvSpPr/>
          <p:nvPr/>
        </p:nvSpPr>
        <p:spPr>
          <a:xfrm>
            <a:off x="18090412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412d</a:t>
            </a:r>
            <a:endParaRPr lang="en-US" sz="938" dirty="0"/>
          </a:p>
        </p:txBody>
      </p:sp>
      <p:sp>
        <p:nvSpPr>
          <p:cNvPr id="812" name="Shape 755"/>
          <p:cNvSpPr/>
          <p:nvPr/>
        </p:nvSpPr>
        <p:spPr>
          <a:xfrm>
            <a:off x="18239652" y="527718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3" name="Shape 756"/>
          <p:cNvSpPr/>
          <p:nvPr/>
        </p:nvSpPr>
        <p:spPr>
          <a:xfrm>
            <a:off x="18267699" y="5202562"/>
            <a:ext cx="189630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814" name="Text 757"/>
          <p:cNvSpPr/>
          <p:nvPr/>
        </p:nvSpPr>
        <p:spPr>
          <a:xfrm>
            <a:off x="18343899" y="524066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815" name="Shape 758"/>
          <p:cNvSpPr/>
          <p:nvPr/>
        </p:nvSpPr>
        <p:spPr>
          <a:xfrm>
            <a:off x="18548179" y="527718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6" name="Text 759"/>
          <p:cNvSpPr/>
          <p:nvPr/>
        </p:nvSpPr>
        <p:spPr>
          <a:xfrm>
            <a:off x="18567229" y="5256323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81%</a:t>
            </a:r>
            <a:endParaRPr lang="en-US" sz="938" dirty="0"/>
          </a:p>
        </p:txBody>
      </p:sp>
      <p:sp>
        <p:nvSpPr>
          <p:cNvPr id="817" name="Shape 760"/>
          <p:cNvSpPr/>
          <p:nvPr/>
        </p:nvSpPr>
        <p:spPr>
          <a:xfrm>
            <a:off x="15861174" y="5383764"/>
            <a:ext cx="9536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18" name="Shape 761"/>
          <p:cNvSpPr/>
          <p:nvPr/>
        </p:nvSpPr>
        <p:spPr>
          <a:xfrm>
            <a:off x="15889223" y="5323870"/>
            <a:ext cx="39267" cy="39267"/>
          </a:xfrm>
          <a:prstGeom prst="roundRect">
            <a:avLst>
              <a:gd name="adj" fmla="val 24257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19" name="Shape 762"/>
          <p:cNvSpPr/>
          <p:nvPr/>
        </p:nvSpPr>
        <p:spPr>
          <a:xfrm>
            <a:off x="15956538" y="5383764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0" name="Text 763"/>
          <p:cNvSpPr/>
          <p:nvPr/>
        </p:nvSpPr>
        <p:spPr>
          <a:xfrm>
            <a:off x="16013688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821" name="Shape 764"/>
          <p:cNvSpPr/>
          <p:nvPr/>
        </p:nvSpPr>
        <p:spPr>
          <a:xfrm>
            <a:off x="16035072" y="5383764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2" name="Shape 765"/>
          <p:cNvSpPr/>
          <p:nvPr/>
        </p:nvSpPr>
        <p:spPr>
          <a:xfrm>
            <a:off x="16063120" y="5330180"/>
            <a:ext cx="16829" cy="1682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823" name="Text 766"/>
          <p:cNvSpPr/>
          <p:nvPr/>
        </p:nvSpPr>
        <p:spPr>
          <a:xfrm>
            <a:off x="16096778" y="5317559"/>
            <a:ext cx="295501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&amp; Temp</a:t>
            </a:r>
            <a:endParaRPr lang="en-US" sz="900" dirty="0"/>
          </a:p>
        </p:txBody>
      </p:sp>
      <p:sp>
        <p:nvSpPr>
          <p:cNvPr id="824" name="Shape 767"/>
          <p:cNvSpPr/>
          <p:nvPr/>
        </p:nvSpPr>
        <p:spPr>
          <a:xfrm>
            <a:off x="16399697" y="5383764"/>
            <a:ext cx="141923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5" name="Text 768"/>
          <p:cNvSpPr/>
          <p:nvPr/>
        </p:nvSpPr>
        <p:spPr>
          <a:xfrm>
            <a:off x="16494947" y="5362906"/>
            <a:ext cx="130493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%LOCALAPPDATA%\Microsoft\Windows\Explorer\thumbcache_*</a:t>
            </a:r>
            <a:endParaRPr lang="en-US" sz="863" dirty="0"/>
          </a:p>
        </p:txBody>
      </p:sp>
      <p:sp>
        <p:nvSpPr>
          <p:cNvPr id="826" name="Shape 769"/>
          <p:cNvSpPr/>
          <p:nvPr/>
        </p:nvSpPr>
        <p:spPr>
          <a:xfrm>
            <a:off x="17818929" y="5383764"/>
            <a:ext cx="25243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7" name="Text 770"/>
          <p:cNvSpPr/>
          <p:nvPr/>
        </p:nvSpPr>
        <p:spPr>
          <a:xfrm>
            <a:off x="17837979" y="5362906"/>
            <a:ext cx="1381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186 MB</a:t>
            </a:r>
            <a:endParaRPr lang="en-US" sz="938" dirty="0"/>
          </a:p>
        </p:txBody>
      </p:sp>
      <p:sp>
        <p:nvSpPr>
          <p:cNvPr id="828" name="Shape 771"/>
          <p:cNvSpPr/>
          <p:nvPr/>
        </p:nvSpPr>
        <p:spPr>
          <a:xfrm>
            <a:off x="18071362" y="5383764"/>
            <a:ext cx="1682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29" name="Text 772"/>
          <p:cNvSpPr/>
          <p:nvPr/>
        </p:nvSpPr>
        <p:spPr>
          <a:xfrm>
            <a:off x="18090412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</a:t>
            </a:r>
            <a:endParaRPr lang="en-US" sz="938" dirty="0"/>
          </a:p>
        </p:txBody>
      </p:sp>
      <p:sp>
        <p:nvSpPr>
          <p:cNvPr id="830" name="Shape 773"/>
          <p:cNvSpPr/>
          <p:nvPr/>
        </p:nvSpPr>
        <p:spPr>
          <a:xfrm>
            <a:off x="18239652" y="5383764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1" name="Shape 774"/>
          <p:cNvSpPr/>
          <p:nvPr/>
        </p:nvSpPr>
        <p:spPr>
          <a:xfrm>
            <a:off x="18267699" y="5309145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832" name="Text 775"/>
          <p:cNvSpPr/>
          <p:nvPr/>
        </p:nvSpPr>
        <p:spPr>
          <a:xfrm>
            <a:off x="18343899" y="534724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</a:t>
            </a:r>
            <a:endParaRPr lang="en-US" sz="750" dirty="0"/>
          </a:p>
        </p:txBody>
      </p:sp>
      <p:sp>
        <p:nvSpPr>
          <p:cNvPr id="833" name="Shape 776"/>
          <p:cNvSpPr/>
          <p:nvPr/>
        </p:nvSpPr>
        <p:spPr>
          <a:xfrm>
            <a:off x="18548179" y="5383764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4" name="Text 777"/>
          <p:cNvSpPr/>
          <p:nvPr/>
        </p:nvSpPr>
        <p:spPr>
          <a:xfrm>
            <a:off x="18567229" y="536290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938" dirty="0"/>
          </a:p>
        </p:txBody>
      </p:sp>
      <p:sp>
        <p:nvSpPr>
          <p:cNvPr id="835" name="Shape 778"/>
          <p:cNvSpPr/>
          <p:nvPr/>
        </p:nvSpPr>
        <p:spPr>
          <a:xfrm>
            <a:off x="15861174" y="539328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36" name="Text 779"/>
          <p:cNvSpPr/>
          <p:nvPr/>
        </p:nvSpPr>
        <p:spPr>
          <a:xfrm>
            <a:off x="15900441" y="5424142"/>
            <a:ext cx="75667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showing 7 of 2,418 · scroll to load more</a:t>
            </a:r>
            <a:endParaRPr lang="en-US" sz="750" dirty="0"/>
          </a:p>
        </p:txBody>
      </p:sp>
      <p:sp>
        <p:nvSpPr>
          <p:cNvPr id="837" name="Text 780"/>
          <p:cNvSpPr/>
          <p:nvPr/>
        </p:nvSpPr>
        <p:spPr>
          <a:xfrm>
            <a:off x="18393038" y="5424142"/>
            <a:ext cx="41645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selected · 4.81 GB</a:t>
            </a:r>
            <a:endParaRPr lang="en-US" sz="750" dirty="0"/>
          </a:p>
        </p:txBody>
      </p:sp>
      <p:pic>
        <p:nvPicPr>
          <p:cNvPr id="83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998587" y="3175396"/>
            <a:ext cx="85725" cy="123825"/>
          </a:xfrm>
          <a:prstGeom prst="rect">
            <a:avLst/>
          </a:prstGeom>
        </p:spPr>
      </p:pic>
      <p:sp>
        <p:nvSpPr>
          <p:cNvPr id="839" name="Text 781"/>
          <p:cNvSpPr/>
          <p:nvPr/>
        </p:nvSpPr>
        <p:spPr>
          <a:xfrm>
            <a:off x="19217662" y="3165870"/>
            <a:ext cx="887462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Startups</a:t>
            </a:r>
            <a:endParaRPr lang="en-US" sz="1125" dirty="0"/>
          </a:p>
        </p:txBody>
      </p:sp>
      <p:sp>
        <p:nvSpPr>
          <p:cNvPr id="840" name="Shape 782"/>
          <p:cNvSpPr/>
          <p:nvPr/>
        </p:nvSpPr>
        <p:spPr>
          <a:xfrm>
            <a:off x="18971705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841" name="Shape 783"/>
          <p:cNvSpPr/>
          <p:nvPr/>
        </p:nvSpPr>
        <p:spPr>
          <a:xfrm>
            <a:off x="18971705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42" name="Shape 784"/>
          <p:cNvSpPr/>
          <p:nvPr/>
        </p:nvSpPr>
        <p:spPr>
          <a:xfrm>
            <a:off x="18971705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43" name="Shape 785"/>
          <p:cNvSpPr/>
          <p:nvPr/>
        </p:nvSpPr>
        <p:spPr>
          <a:xfrm>
            <a:off x="18971705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44" name="Shape 786"/>
          <p:cNvSpPr/>
          <p:nvPr/>
        </p:nvSpPr>
        <p:spPr>
          <a:xfrm>
            <a:off x="1899975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5" name="Shape 787"/>
          <p:cNvSpPr/>
          <p:nvPr/>
        </p:nvSpPr>
        <p:spPr>
          <a:xfrm>
            <a:off x="19047435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6" name="Shape 788"/>
          <p:cNvSpPr/>
          <p:nvPr/>
        </p:nvSpPr>
        <p:spPr>
          <a:xfrm>
            <a:off x="19095118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47" name="Text 789"/>
          <p:cNvSpPr/>
          <p:nvPr/>
        </p:nvSpPr>
        <p:spPr>
          <a:xfrm>
            <a:off x="19121528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848" name="Text 790"/>
          <p:cNvSpPr/>
          <p:nvPr/>
        </p:nvSpPr>
        <p:spPr>
          <a:xfrm>
            <a:off x="21672559" y="3414935"/>
            <a:ext cx="36549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849" name="Text 791"/>
          <p:cNvSpPr/>
          <p:nvPr/>
        </p:nvSpPr>
        <p:spPr>
          <a:xfrm>
            <a:off x="22001118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850" name="Text 792"/>
          <p:cNvSpPr/>
          <p:nvPr/>
        </p:nvSpPr>
        <p:spPr>
          <a:xfrm>
            <a:off x="22329630" y="3414935"/>
            <a:ext cx="2803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851" name="Shape 793"/>
          <p:cNvSpPr/>
          <p:nvPr/>
        </p:nvSpPr>
        <p:spPr>
          <a:xfrm>
            <a:off x="18971705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852" name="Shape 794"/>
          <p:cNvSpPr/>
          <p:nvPr/>
        </p:nvSpPr>
        <p:spPr>
          <a:xfrm>
            <a:off x="19511923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53" name="Shape 795"/>
          <p:cNvSpPr/>
          <p:nvPr/>
        </p:nvSpPr>
        <p:spPr>
          <a:xfrm>
            <a:off x="18971705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854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9010972" y="3539749"/>
            <a:ext cx="72926" cy="72925"/>
          </a:xfrm>
          <a:prstGeom prst="rect">
            <a:avLst/>
          </a:prstGeom>
        </p:spPr>
      </p:pic>
      <p:sp>
        <p:nvSpPr>
          <p:cNvPr id="855" name="Text 796"/>
          <p:cNvSpPr/>
          <p:nvPr/>
        </p:nvSpPr>
        <p:spPr>
          <a:xfrm>
            <a:off x="19111945" y="3529932"/>
            <a:ext cx="316539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856" name="Text 797"/>
          <p:cNvSpPr/>
          <p:nvPr/>
        </p:nvSpPr>
        <p:spPr>
          <a:xfrm>
            <a:off x="19111945" y="3591638"/>
            <a:ext cx="3165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857" name="Text 798"/>
          <p:cNvSpPr/>
          <p:nvPr/>
        </p:nvSpPr>
        <p:spPr>
          <a:xfrm>
            <a:off x="19124105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85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9022192" y="3803401"/>
            <a:ext cx="39267" cy="39267"/>
          </a:xfrm>
          <a:prstGeom prst="rect">
            <a:avLst/>
          </a:prstGeom>
        </p:spPr>
      </p:pic>
      <p:sp>
        <p:nvSpPr>
          <p:cNvPr id="859" name="Text 799"/>
          <p:cNvSpPr/>
          <p:nvPr/>
        </p:nvSpPr>
        <p:spPr>
          <a:xfrm>
            <a:off x="19089507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860" name="Text 800"/>
          <p:cNvSpPr/>
          <p:nvPr/>
        </p:nvSpPr>
        <p:spPr>
          <a:xfrm>
            <a:off x="19431388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8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9022192" y="3890350"/>
            <a:ext cx="39267" cy="39267"/>
          </a:xfrm>
          <a:prstGeom prst="rect">
            <a:avLst/>
          </a:prstGeom>
        </p:spPr>
      </p:pic>
      <p:sp>
        <p:nvSpPr>
          <p:cNvPr id="862" name="Text 801"/>
          <p:cNvSpPr/>
          <p:nvPr/>
        </p:nvSpPr>
        <p:spPr>
          <a:xfrm>
            <a:off x="19089507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863" name="Text 802"/>
          <p:cNvSpPr/>
          <p:nvPr/>
        </p:nvSpPr>
        <p:spPr>
          <a:xfrm>
            <a:off x="19431388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864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022192" y="3977299"/>
            <a:ext cx="39267" cy="39267"/>
          </a:xfrm>
          <a:prstGeom prst="rect">
            <a:avLst/>
          </a:prstGeom>
        </p:spPr>
      </p:pic>
      <p:sp>
        <p:nvSpPr>
          <p:cNvPr id="865" name="Text 803"/>
          <p:cNvSpPr/>
          <p:nvPr/>
        </p:nvSpPr>
        <p:spPr>
          <a:xfrm>
            <a:off x="19089507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866" name="Text 804"/>
          <p:cNvSpPr/>
          <p:nvPr/>
        </p:nvSpPr>
        <p:spPr>
          <a:xfrm>
            <a:off x="19431388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867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022192" y="4064248"/>
            <a:ext cx="39267" cy="39267"/>
          </a:xfrm>
          <a:prstGeom prst="rect">
            <a:avLst/>
          </a:prstGeom>
        </p:spPr>
      </p:pic>
      <p:sp>
        <p:nvSpPr>
          <p:cNvPr id="868" name="Text 805"/>
          <p:cNvSpPr/>
          <p:nvPr/>
        </p:nvSpPr>
        <p:spPr>
          <a:xfrm>
            <a:off x="19089507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869" name="Text 806"/>
          <p:cNvSpPr/>
          <p:nvPr/>
        </p:nvSpPr>
        <p:spPr>
          <a:xfrm>
            <a:off x="19431388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sp>
        <p:nvSpPr>
          <p:cNvPr id="870" name="Shape 807"/>
          <p:cNvSpPr/>
          <p:nvPr/>
        </p:nvSpPr>
        <p:spPr>
          <a:xfrm>
            <a:off x="18971705" y="412735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871" name="Shape 808"/>
          <p:cNvSpPr/>
          <p:nvPr/>
        </p:nvSpPr>
        <p:spPr>
          <a:xfrm>
            <a:off x="18971705" y="412735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872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9022192" y="4151197"/>
            <a:ext cx="39267" cy="39267"/>
          </a:xfrm>
          <a:prstGeom prst="rect">
            <a:avLst/>
          </a:prstGeom>
        </p:spPr>
      </p:pic>
      <p:sp>
        <p:nvSpPr>
          <p:cNvPr id="873" name="Text 809"/>
          <p:cNvSpPr/>
          <p:nvPr/>
        </p:nvSpPr>
        <p:spPr>
          <a:xfrm>
            <a:off x="19089507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874" name="Text 810"/>
          <p:cNvSpPr/>
          <p:nvPr/>
        </p:nvSpPr>
        <p:spPr>
          <a:xfrm>
            <a:off x="19431388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87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22192" y="4238147"/>
            <a:ext cx="39267" cy="39267"/>
          </a:xfrm>
          <a:prstGeom prst="rect">
            <a:avLst/>
          </a:prstGeom>
        </p:spPr>
      </p:pic>
      <p:sp>
        <p:nvSpPr>
          <p:cNvPr id="876" name="Text 811"/>
          <p:cNvSpPr/>
          <p:nvPr/>
        </p:nvSpPr>
        <p:spPr>
          <a:xfrm>
            <a:off x="19089507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877" name="Text 812"/>
          <p:cNvSpPr/>
          <p:nvPr/>
        </p:nvSpPr>
        <p:spPr>
          <a:xfrm>
            <a:off x="19431388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878" name="Text 813"/>
          <p:cNvSpPr/>
          <p:nvPr/>
        </p:nvSpPr>
        <p:spPr>
          <a:xfrm>
            <a:off x="19124105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87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9022192" y="4412044"/>
            <a:ext cx="39267" cy="39267"/>
          </a:xfrm>
          <a:prstGeom prst="rect">
            <a:avLst/>
          </a:prstGeom>
        </p:spPr>
      </p:pic>
      <p:sp>
        <p:nvSpPr>
          <p:cNvPr id="880" name="Text 814"/>
          <p:cNvSpPr/>
          <p:nvPr/>
        </p:nvSpPr>
        <p:spPr>
          <a:xfrm>
            <a:off x="19089507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881" name="Text 815"/>
          <p:cNvSpPr/>
          <p:nvPr/>
        </p:nvSpPr>
        <p:spPr>
          <a:xfrm>
            <a:off x="19431388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882" name="Shape 816"/>
          <p:cNvSpPr/>
          <p:nvPr/>
        </p:nvSpPr>
        <p:spPr>
          <a:xfrm>
            <a:off x="18971705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83" name="Shape 817"/>
          <p:cNvSpPr/>
          <p:nvPr/>
        </p:nvSpPr>
        <p:spPr>
          <a:xfrm>
            <a:off x="19010972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884" name="Text 818"/>
          <p:cNvSpPr/>
          <p:nvPr/>
        </p:nvSpPr>
        <p:spPr>
          <a:xfrm>
            <a:off x="1904462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885" name="Text 819"/>
          <p:cNvSpPr/>
          <p:nvPr/>
        </p:nvSpPr>
        <p:spPr>
          <a:xfrm>
            <a:off x="19010972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886" name="Text 820"/>
          <p:cNvSpPr/>
          <p:nvPr/>
        </p:nvSpPr>
        <p:spPr>
          <a:xfrm>
            <a:off x="19010972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887" name="Shape 821"/>
          <p:cNvSpPr/>
          <p:nvPr/>
        </p:nvSpPr>
        <p:spPr>
          <a:xfrm>
            <a:off x="19521448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8" name="Shape 822"/>
          <p:cNvSpPr/>
          <p:nvPr/>
        </p:nvSpPr>
        <p:spPr>
          <a:xfrm>
            <a:off x="19521448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889" name="Shape 823"/>
          <p:cNvSpPr/>
          <p:nvPr/>
        </p:nvSpPr>
        <p:spPr>
          <a:xfrm>
            <a:off x="19521448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890" name="Text 824"/>
          <p:cNvSpPr/>
          <p:nvPr/>
        </p:nvSpPr>
        <p:spPr>
          <a:xfrm>
            <a:off x="19583154" y="3508896"/>
            <a:ext cx="1123094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STARTUPS</a:t>
            </a:r>
            <a:endParaRPr lang="en-US" sz="975" dirty="0"/>
          </a:p>
        </p:txBody>
      </p:sp>
      <p:sp>
        <p:nvSpPr>
          <p:cNvPr id="891" name="Text 825"/>
          <p:cNvSpPr/>
          <p:nvPr/>
        </p:nvSpPr>
        <p:spPr>
          <a:xfrm>
            <a:off x="19583154" y="3564992"/>
            <a:ext cx="112309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 only · Vigil never modifies startup state</a:t>
            </a:r>
            <a:endParaRPr lang="en-US" sz="825" dirty="0"/>
          </a:p>
        </p:txBody>
      </p:sp>
      <p:sp>
        <p:nvSpPr>
          <p:cNvPr id="892" name="Shape 826"/>
          <p:cNvSpPr/>
          <p:nvPr/>
        </p:nvSpPr>
        <p:spPr>
          <a:xfrm>
            <a:off x="21831514" y="3517311"/>
            <a:ext cx="214743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893" name="Text 827"/>
          <p:cNvSpPr/>
          <p:nvPr/>
        </p:nvSpPr>
        <p:spPr>
          <a:xfrm>
            <a:off x="21835486" y="3539749"/>
            <a:ext cx="20679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Re-scan</a:t>
            </a:r>
            <a:endParaRPr lang="en-US" sz="900" dirty="0"/>
          </a:p>
        </p:txBody>
      </p:sp>
      <p:sp>
        <p:nvSpPr>
          <p:cNvPr id="894" name="Shape 828"/>
          <p:cNvSpPr/>
          <p:nvPr/>
        </p:nvSpPr>
        <p:spPr>
          <a:xfrm>
            <a:off x="22068695" y="3517311"/>
            <a:ext cx="431457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895" name="Text 829"/>
          <p:cNvSpPr/>
          <p:nvPr/>
        </p:nvSpPr>
        <p:spPr>
          <a:xfrm>
            <a:off x="22072667" y="3539749"/>
            <a:ext cx="42351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Task Manager ↗</a:t>
            </a:r>
            <a:endParaRPr lang="en-US" sz="900" dirty="0"/>
          </a:p>
        </p:txBody>
      </p:sp>
      <p:sp>
        <p:nvSpPr>
          <p:cNvPr id="896" name="Shape 830"/>
          <p:cNvSpPr/>
          <p:nvPr/>
        </p:nvSpPr>
        <p:spPr>
          <a:xfrm>
            <a:off x="19583154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897" name="Text 831"/>
          <p:cNvSpPr/>
          <p:nvPr/>
        </p:nvSpPr>
        <p:spPr>
          <a:xfrm>
            <a:off x="19625225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BOOT IMPACT</a:t>
            </a:r>
            <a:endParaRPr lang="en-US" sz="750" dirty="0"/>
          </a:p>
        </p:txBody>
      </p:sp>
      <p:sp>
        <p:nvSpPr>
          <p:cNvPr id="898" name="Text 832"/>
          <p:cNvSpPr/>
          <p:nvPr/>
        </p:nvSpPr>
        <p:spPr>
          <a:xfrm>
            <a:off x="19625225" y="3793584"/>
            <a:ext cx="654516" cy="24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added at login</a:t>
            </a:r>
            <a:endParaRPr lang="en-US" sz="2700" dirty="0"/>
          </a:p>
        </p:txBody>
      </p:sp>
      <p:sp>
        <p:nvSpPr>
          <p:cNvPr id="899" name="Shape 833"/>
          <p:cNvSpPr/>
          <p:nvPr/>
        </p:nvSpPr>
        <p:spPr>
          <a:xfrm>
            <a:off x="20290492" y="3698221"/>
            <a:ext cx="662460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0" name="Text 834"/>
          <p:cNvSpPr/>
          <p:nvPr/>
        </p:nvSpPr>
        <p:spPr>
          <a:xfrm>
            <a:off x="20332564" y="3740293"/>
            <a:ext cx="6545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ACTIVE ENTRIES</a:t>
            </a:r>
            <a:endParaRPr lang="en-US" sz="750" dirty="0"/>
          </a:p>
        </p:txBody>
      </p:sp>
      <p:sp>
        <p:nvSpPr>
          <p:cNvPr id="901" name="Text 835"/>
          <p:cNvSpPr/>
          <p:nvPr/>
        </p:nvSpPr>
        <p:spPr>
          <a:xfrm>
            <a:off x="20332564" y="3793584"/>
            <a:ext cx="654516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7</a:t>
            </a:r>
            <a:endParaRPr lang="en-US" sz="2700" dirty="0"/>
          </a:p>
        </p:txBody>
      </p:sp>
      <p:sp>
        <p:nvSpPr>
          <p:cNvPr id="902" name="Shape 836"/>
          <p:cNvSpPr/>
          <p:nvPr/>
        </p:nvSpPr>
        <p:spPr>
          <a:xfrm>
            <a:off x="20997828" y="3698221"/>
            <a:ext cx="662462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3" name="Text 837"/>
          <p:cNvSpPr/>
          <p:nvPr/>
        </p:nvSpPr>
        <p:spPr>
          <a:xfrm>
            <a:off x="21039899" y="3740293"/>
            <a:ext cx="6545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MEMORY AT IDLE</a:t>
            </a:r>
            <a:endParaRPr lang="en-US" sz="750" dirty="0"/>
          </a:p>
        </p:txBody>
      </p:sp>
      <p:sp>
        <p:nvSpPr>
          <p:cNvPr id="904" name="Text 838"/>
          <p:cNvSpPr/>
          <p:nvPr/>
        </p:nvSpPr>
        <p:spPr>
          <a:xfrm>
            <a:off x="21039899" y="3793584"/>
            <a:ext cx="654518" cy="13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54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924</a:t>
            </a:r>
            <a:pPr algn="l" indent="0" marL="0">
              <a:lnSpc>
                <a:spcPct val="100000"/>
              </a:lnSpc>
              <a:buNone/>
            </a:pPr>
            <a:r>
              <a:rPr lang="en-US" sz="1215" spc="-54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 cumulative</a:t>
            </a:r>
            <a:endParaRPr lang="en-US" sz="2700" dirty="0"/>
          </a:p>
        </p:txBody>
      </p:sp>
      <p:sp>
        <p:nvSpPr>
          <p:cNvPr id="905" name="Shape 839"/>
          <p:cNvSpPr/>
          <p:nvPr/>
        </p:nvSpPr>
        <p:spPr>
          <a:xfrm>
            <a:off x="21705166" y="3698221"/>
            <a:ext cx="794986" cy="339382"/>
          </a:xfrm>
          <a:prstGeom prst="roundRect">
            <a:avLst>
              <a:gd name="adj" fmla="val 5613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06" name="Text 840"/>
          <p:cNvSpPr/>
          <p:nvPr/>
        </p:nvSpPr>
        <p:spPr>
          <a:xfrm>
            <a:off x="21747238" y="3740293"/>
            <a:ext cx="7870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907" name="Text 841"/>
          <p:cNvSpPr/>
          <p:nvPr/>
        </p:nvSpPr>
        <p:spPr>
          <a:xfrm>
            <a:off x="21747238" y="3810413"/>
            <a:ext cx="195316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50" dirty="0"/>
          </a:p>
        </p:txBody>
      </p:sp>
      <p:sp>
        <p:nvSpPr>
          <p:cNvPr id="908" name="Text 842"/>
          <p:cNvSpPr/>
          <p:nvPr/>
        </p:nvSpPr>
        <p:spPr>
          <a:xfrm>
            <a:off x="21747238" y="3902972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09" name="Text 843"/>
          <p:cNvSpPr/>
          <p:nvPr/>
        </p:nvSpPr>
        <p:spPr>
          <a:xfrm>
            <a:off x="21894403" y="3810413"/>
            <a:ext cx="161265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0" name="Text 844"/>
          <p:cNvSpPr/>
          <p:nvPr/>
        </p:nvSpPr>
        <p:spPr>
          <a:xfrm>
            <a:off x="21894403" y="3902972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11" name="Text 845"/>
          <p:cNvSpPr/>
          <p:nvPr/>
        </p:nvSpPr>
        <p:spPr>
          <a:xfrm>
            <a:off x="22007515" y="3810413"/>
            <a:ext cx="144261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50" dirty="0"/>
          </a:p>
        </p:txBody>
      </p:sp>
      <p:sp>
        <p:nvSpPr>
          <p:cNvPr id="912" name="Text 846"/>
          <p:cNvSpPr/>
          <p:nvPr/>
        </p:nvSpPr>
        <p:spPr>
          <a:xfrm>
            <a:off x="22007515" y="3902972"/>
            <a:ext cx="1442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13" name="Text 847"/>
          <p:cNvSpPr/>
          <p:nvPr/>
        </p:nvSpPr>
        <p:spPr>
          <a:xfrm>
            <a:off x="22103623" y="3810413"/>
            <a:ext cx="127257" cy="119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50" dirty="0"/>
          </a:p>
        </p:txBody>
      </p:sp>
      <p:sp>
        <p:nvSpPr>
          <p:cNvPr id="914" name="Text 848"/>
          <p:cNvSpPr/>
          <p:nvPr/>
        </p:nvSpPr>
        <p:spPr>
          <a:xfrm>
            <a:off x="22103623" y="390297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915" name="Shape 849"/>
          <p:cNvSpPr/>
          <p:nvPr/>
        </p:nvSpPr>
        <p:spPr>
          <a:xfrm>
            <a:off x="19583154" y="4082479"/>
            <a:ext cx="2916999" cy="1551059"/>
          </a:xfrm>
          <a:prstGeom prst="roundRect">
            <a:avLst>
              <a:gd name="adj" fmla="val 122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16" name="Shape 850"/>
          <p:cNvSpPr/>
          <p:nvPr/>
        </p:nvSpPr>
        <p:spPr>
          <a:xfrm>
            <a:off x="19585958" y="4179537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17" name="Text 851"/>
          <p:cNvSpPr/>
          <p:nvPr/>
        </p:nvSpPr>
        <p:spPr>
          <a:xfrm>
            <a:off x="19625225" y="4116137"/>
            <a:ext cx="45340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STARTUP ENTRIES</a:t>
            </a:r>
            <a:endParaRPr lang="en-US" sz="825" dirty="0"/>
          </a:p>
        </p:txBody>
      </p:sp>
      <p:sp>
        <p:nvSpPr>
          <p:cNvPr id="918" name="Text 852"/>
          <p:cNvSpPr/>
          <p:nvPr/>
        </p:nvSpPr>
        <p:spPr>
          <a:xfrm>
            <a:off x="20030477" y="4118942"/>
            <a:ext cx="450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recommendation only</a:t>
            </a:r>
            <a:endParaRPr lang="en-US" sz="750" dirty="0"/>
          </a:p>
        </p:txBody>
      </p:sp>
      <p:sp>
        <p:nvSpPr>
          <p:cNvPr id="919" name="Shape 853"/>
          <p:cNvSpPr/>
          <p:nvPr/>
        </p:nvSpPr>
        <p:spPr>
          <a:xfrm>
            <a:off x="19625225" y="4228330"/>
            <a:ext cx="1290212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0" name="Shape 854"/>
          <p:cNvSpPr/>
          <p:nvPr/>
        </p:nvSpPr>
        <p:spPr>
          <a:xfrm>
            <a:off x="19625225" y="43225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1" name="Text 855"/>
          <p:cNvSpPr/>
          <p:nvPr/>
        </p:nvSpPr>
        <p:spPr>
          <a:xfrm>
            <a:off x="19720475" y="4304530"/>
            <a:ext cx="117591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</a:t>
            </a:r>
            <a:endParaRPr lang="en-US" sz="750" dirty="0"/>
          </a:p>
        </p:txBody>
      </p:sp>
      <p:sp>
        <p:nvSpPr>
          <p:cNvPr id="922" name="Shape 856"/>
          <p:cNvSpPr/>
          <p:nvPr/>
        </p:nvSpPr>
        <p:spPr>
          <a:xfrm>
            <a:off x="20915437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3" name="Shape 857"/>
          <p:cNvSpPr/>
          <p:nvPr/>
        </p:nvSpPr>
        <p:spPr>
          <a:xfrm>
            <a:off x="20915437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4" name="Text 858"/>
          <p:cNvSpPr/>
          <p:nvPr/>
        </p:nvSpPr>
        <p:spPr>
          <a:xfrm>
            <a:off x="21010687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@ START</a:t>
            </a:r>
            <a:endParaRPr lang="en-US" sz="750" dirty="0"/>
          </a:p>
        </p:txBody>
      </p:sp>
      <p:sp>
        <p:nvSpPr>
          <p:cNvPr id="925" name="Shape 859"/>
          <p:cNvSpPr/>
          <p:nvPr/>
        </p:nvSpPr>
        <p:spPr>
          <a:xfrm>
            <a:off x="21195918" y="4228330"/>
            <a:ext cx="280481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6" name="Shape 860"/>
          <p:cNvSpPr/>
          <p:nvPr/>
        </p:nvSpPr>
        <p:spPr>
          <a:xfrm>
            <a:off x="21195918" y="43225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27" name="Text 861"/>
          <p:cNvSpPr/>
          <p:nvPr/>
        </p:nvSpPr>
        <p:spPr>
          <a:xfrm>
            <a:off x="21291168" y="4304530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 IDLE</a:t>
            </a:r>
            <a:endParaRPr lang="en-US" sz="750" dirty="0"/>
          </a:p>
        </p:txBody>
      </p:sp>
      <p:sp>
        <p:nvSpPr>
          <p:cNvPr id="928" name="Shape 862"/>
          <p:cNvSpPr/>
          <p:nvPr/>
        </p:nvSpPr>
        <p:spPr>
          <a:xfrm>
            <a:off x="21476398" y="4228330"/>
            <a:ext cx="308530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29" name="Shape 863"/>
          <p:cNvSpPr/>
          <p:nvPr/>
        </p:nvSpPr>
        <p:spPr>
          <a:xfrm>
            <a:off x="21476398" y="43225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0" name="Text 864"/>
          <p:cNvSpPr/>
          <p:nvPr/>
        </p:nvSpPr>
        <p:spPr>
          <a:xfrm>
            <a:off x="21571648" y="4304530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BOOT DELAY</a:t>
            </a:r>
            <a:endParaRPr lang="en-US" sz="750" dirty="0"/>
          </a:p>
        </p:txBody>
      </p:sp>
      <p:sp>
        <p:nvSpPr>
          <p:cNvPr id="931" name="Shape 865"/>
          <p:cNvSpPr/>
          <p:nvPr/>
        </p:nvSpPr>
        <p:spPr>
          <a:xfrm>
            <a:off x="21784928" y="4228330"/>
            <a:ext cx="364624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2" name="Shape 866"/>
          <p:cNvSpPr/>
          <p:nvPr/>
        </p:nvSpPr>
        <p:spPr>
          <a:xfrm>
            <a:off x="21784928" y="43225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3" name="Text 867"/>
          <p:cNvSpPr/>
          <p:nvPr/>
        </p:nvSpPr>
        <p:spPr>
          <a:xfrm>
            <a:off x="21880178" y="4304530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934" name="Shape 868"/>
          <p:cNvSpPr/>
          <p:nvPr/>
        </p:nvSpPr>
        <p:spPr>
          <a:xfrm>
            <a:off x="22149553" y="4228330"/>
            <a:ext cx="308528" cy="103777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935" name="Shape 869"/>
          <p:cNvSpPr/>
          <p:nvPr/>
        </p:nvSpPr>
        <p:spPr>
          <a:xfrm>
            <a:off x="22149553" y="43225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6" name="Shape 870"/>
          <p:cNvSpPr/>
          <p:nvPr/>
        </p:nvSpPr>
        <p:spPr>
          <a:xfrm>
            <a:off x="19625225" y="4465627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37" name="Text 871"/>
          <p:cNvSpPr/>
          <p:nvPr/>
        </p:nvSpPr>
        <p:spPr>
          <a:xfrm>
            <a:off x="19653275" y="4354546"/>
            <a:ext cx="426537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Adobe Creative Cloud</a:t>
            </a:r>
            <a:endParaRPr lang="en-US" sz="938" dirty="0"/>
          </a:p>
        </p:txBody>
      </p:sp>
      <p:sp>
        <p:nvSpPr>
          <p:cNvPr id="938" name="Text 872"/>
          <p:cNvSpPr/>
          <p:nvPr/>
        </p:nvSpPr>
        <p:spPr>
          <a:xfrm>
            <a:off x="19653275" y="4410642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Adobe Inc.</a:t>
            </a:r>
            <a:endParaRPr lang="en-US" sz="825" dirty="0"/>
          </a:p>
        </p:txBody>
      </p:sp>
      <p:sp>
        <p:nvSpPr>
          <p:cNvPr id="939" name="Shape 873"/>
          <p:cNvSpPr/>
          <p:nvPr/>
        </p:nvSpPr>
        <p:spPr>
          <a:xfrm>
            <a:off x="20915437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0" name="Text 874"/>
          <p:cNvSpPr/>
          <p:nvPr/>
        </p:nvSpPr>
        <p:spPr>
          <a:xfrm>
            <a:off x="20943484" y="43671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4.2%</a:t>
            </a:r>
            <a:endParaRPr lang="en-US" sz="900" dirty="0"/>
          </a:p>
        </p:txBody>
      </p:sp>
      <p:sp>
        <p:nvSpPr>
          <p:cNvPr id="941" name="Shape 875"/>
          <p:cNvSpPr/>
          <p:nvPr/>
        </p:nvSpPr>
        <p:spPr>
          <a:xfrm>
            <a:off x="20943484" y="442045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2" name="Shape 876"/>
          <p:cNvSpPr/>
          <p:nvPr/>
        </p:nvSpPr>
        <p:spPr>
          <a:xfrm>
            <a:off x="20946289" y="4423264"/>
            <a:ext cx="110221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43" name="Shape 877"/>
          <p:cNvSpPr/>
          <p:nvPr/>
        </p:nvSpPr>
        <p:spPr>
          <a:xfrm>
            <a:off x="21195918" y="4465627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4" name="Text 878"/>
          <p:cNvSpPr/>
          <p:nvPr/>
        </p:nvSpPr>
        <p:spPr>
          <a:xfrm>
            <a:off x="21214968" y="44083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214 MB</a:t>
            </a:r>
            <a:endParaRPr lang="en-US" sz="938" dirty="0"/>
          </a:p>
        </p:txBody>
      </p:sp>
      <p:sp>
        <p:nvSpPr>
          <p:cNvPr id="945" name="Shape 879"/>
          <p:cNvSpPr/>
          <p:nvPr/>
        </p:nvSpPr>
        <p:spPr>
          <a:xfrm>
            <a:off x="21476398" y="4465627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46" name="Text 880"/>
          <p:cNvSpPr/>
          <p:nvPr/>
        </p:nvSpPr>
        <p:spPr>
          <a:xfrm>
            <a:off x="21504446" y="43671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+2.1s</a:t>
            </a:r>
            <a:endParaRPr lang="en-US" sz="900" dirty="0"/>
          </a:p>
        </p:txBody>
      </p:sp>
      <p:sp>
        <p:nvSpPr>
          <p:cNvPr id="947" name="Shape 881"/>
          <p:cNvSpPr/>
          <p:nvPr/>
        </p:nvSpPr>
        <p:spPr>
          <a:xfrm>
            <a:off x="21504446" y="442045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48" name="Shape 882"/>
          <p:cNvSpPr/>
          <p:nvPr/>
        </p:nvSpPr>
        <p:spPr>
          <a:xfrm>
            <a:off x="21507252" y="4423264"/>
            <a:ext cx="12954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49" name="Shape 883"/>
          <p:cNvSpPr/>
          <p:nvPr/>
        </p:nvSpPr>
        <p:spPr>
          <a:xfrm>
            <a:off x="21784928" y="4465627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0" name="Shape 884"/>
          <p:cNvSpPr/>
          <p:nvPr/>
        </p:nvSpPr>
        <p:spPr>
          <a:xfrm>
            <a:off x="21812976" y="4372777"/>
            <a:ext cx="208125" cy="58900"/>
          </a:xfrm>
          <a:prstGeom prst="roundRect">
            <a:avLst>
              <a:gd name="adj" fmla="val 32343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51" name="Text 885"/>
          <p:cNvSpPr/>
          <p:nvPr/>
        </p:nvSpPr>
        <p:spPr>
          <a:xfrm>
            <a:off x="21889176" y="4410877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952" name="Shape 886"/>
          <p:cNvSpPr/>
          <p:nvPr/>
        </p:nvSpPr>
        <p:spPr>
          <a:xfrm>
            <a:off x="22149553" y="4465627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3" name="Shape 887"/>
          <p:cNvSpPr/>
          <p:nvPr/>
        </p:nvSpPr>
        <p:spPr>
          <a:xfrm>
            <a:off x="22177600" y="4369972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54" name="Text 888"/>
          <p:cNvSpPr/>
          <p:nvPr/>
        </p:nvSpPr>
        <p:spPr>
          <a:xfrm>
            <a:off x="22170354" y="4386801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55" name="Shape 889"/>
          <p:cNvSpPr/>
          <p:nvPr/>
        </p:nvSpPr>
        <p:spPr>
          <a:xfrm>
            <a:off x="19625225" y="4608673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6" name="Text 890"/>
          <p:cNvSpPr/>
          <p:nvPr/>
        </p:nvSpPr>
        <p:spPr>
          <a:xfrm>
            <a:off x="19653275" y="4497591"/>
            <a:ext cx="36732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 Container</a:t>
            </a:r>
            <a:endParaRPr lang="en-US" sz="938" dirty="0"/>
          </a:p>
        </p:txBody>
      </p:sp>
      <p:sp>
        <p:nvSpPr>
          <p:cNvPr id="957" name="Text 891"/>
          <p:cNvSpPr/>
          <p:nvPr/>
        </p:nvSpPr>
        <p:spPr>
          <a:xfrm>
            <a:off x="19653275" y="4553687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 Corporation</a:t>
            </a:r>
            <a:endParaRPr lang="en-US" sz="825" dirty="0"/>
          </a:p>
        </p:txBody>
      </p:sp>
      <p:sp>
        <p:nvSpPr>
          <p:cNvPr id="958" name="Shape 892"/>
          <p:cNvSpPr/>
          <p:nvPr/>
        </p:nvSpPr>
        <p:spPr>
          <a:xfrm>
            <a:off x="20915437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59" name="Text 893"/>
          <p:cNvSpPr/>
          <p:nvPr/>
        </p:nvSpPr>
        <p:spPr>
          <a:xfrm>
            <a:off x="20943484" y="45102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1.1%</a:t>
            </a:r>
            <a:endParaRPr lang="en-US" sz="900" dirty="0"/>
          </a:p>
        </p:txBody>
      </p:sp>
      <p:sp>
        <p:nvSpPr>
          <p:cNvPr id="960" name="Shape 894"/>
          <p:cNvSpPr/>
          <p:nvPr/>
        </p:nvSpPr>
        <p:spPr>
          <a:xfrm>
            <a:off x="20943484" y="4563504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1" name="Shape 895"/>
          <p:cNvSpPr/>
          <p:nvPr/>
        </p:nvSpPr>
        <p:spPr>
          <a:xfrm>
            <a:off x="20946289" y="4566308"/>
            <a:ext cx="28838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2" name="Shape 896"/>
          <p:cNvSpPr/>
          <p:nvPr/>
        </p:nvSpPr>
        <p:spPr>
          <a:xfrm>
            <a:off x="21195918" y="460867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3" name="Text 897"/>
          <p:cNvSpPr/>
          <p:nvPr/>
        </p:nvSpPr>
        <p:spPr>
          <a:xfrm>
            <a:off x="21214968" y="4551352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 MB</a:t>
            </a:r>
            <a:endParaRPr lang="en-US" sz="938" dirty="0"/>
          </a:p>
        </p:txBody>
      </p:sp>
      <p:sp>
        <p:nvSpPr>
          <p:cNvPr id="964" name="Shape 898"/>
          <p:cNvSpPr/>
          <p:nvPr/>
        </p:nvSpPr>
        <p:spPr>
          <a:xfrm>
            <a:off x="21476398" y="460867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5" name="Text 899"/>
          <p:cNvSpPr/>
          <p:nvPr/>
        </p:nvSpPr>
        <p:spPr>
          <a:xfrm>
            <a:off x="21504446" y="45102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+0.4s</a:t>
            </a:r>
            <a:endParaRPr lang="en-US" sz="900" dirty="0"/>
          </a:p>
        </p:txBody>
      </p:sp>
      <p:sp>
        <p:nvSpPr>
          <p:cNvPr id="966" name="Shape 900"/>
          <p:cNvSpPr/>
          <p:nvPr/>
        </p:nvSpPr>
        <p:spPr>
          <a:xfrm>
            <a:off x="21504446" y="4563504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67" name="Shape 901"/>
          <p:cNvSpPr/>
          <p:nvPr/>
        </p:nvSpPr>
        <p:spPr>
          <a:xfrm>
            <a:off x="21507252" y="4566308"/>
            <a:ext cx="24673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68" name="Shape 902"/>
          <p:cNvSpPr/>
          <p:nvPr/>
        </p:nvSpPr>
        <p:spPr>
          <a:xfrm>
            <a:off x="21784928" y="460867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69" name="Shape 903"/>
          <p:cNvSpPr/>
          <p:nvPr/>
        </p:nvSpPr>
        <p:spPr>
          <a:xfrm>
            <a:off x="21812976" y="4515822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970" name="Text 904"/>
          <p:cNvSpPr/>
          <p:nvPr/>
        </p:nvSpPr>
        <p:spPr>
          <a:xfrm>
            <a:off x="21889176" y="4553922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971" name="Shape 905"/>
          <p:cNvSpPr/>
          <p:nvPr/>
        </p:nvSpPr>
        <p:spPr>
          <a:xfrm>
            <a:off x="22149553" y="4608673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2" name="Shape 906"/>
          <p:cNvSpPr/>
          <p:nvPr/>
        </p:nvSpPr>
        <p:spPr>
          <a:xfrm>
            <a:off x="22177600" y="4513018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73" name="Text 907"/>
          <p:cNvSpPr/>
          <p:nvPr/>
        </p:nvSpPr>
        <p:spPr>
          <a:xfrm>
            <a:off x="22170354" y="4529846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74" name="Shape 908"/>
          <p:cNvSpPr/>
          <p:nvPr/>
        </p:nvSpPr>
        <p:spPr>
          <a:xfrm>
            <a:off x="19625225" y="4751718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5" name="Text 909"/>
          <p:cNvSpPr/>
          <p:nvPr/>
        </p:nvSpPr>
        <p:spPr>
          <a:xfrm>
            <a:off x="19653275" y="4640637"/>
            <a:ext cx="452305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Client Bootstrap</a:t>
            </a:r>
            <a:endParaRPr lang="en-US" sz="938" dirty="0"/>
          </a:p>
        </p:txBody>
      </p:sp>
      <p:sp>
        <p:nvSpPr>
          <p:cNvPr id="976" name="Text 910"/>
          <p:cNvSpPr/>
          <p:nvPr/>
        </p:nvSpPr>
        <p:spPr>
          <a:xfrm>
            <a:off x="19653275" y="4696733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Valve Corporation</a:t>
            </a:r>
            <a:endParaRPr lang="en-US" sz="825" dirty="0"/>
          </a:p>
        </p:txBody>
      </p:sp>
      <p:sp>
        <p:nvSpPr>
          <p:cNvPr id="977" name="Shape 911"/>
          <p:cNvSpPr/>
          <p:nvPr/>
        </p:nvSpPr>
        <p:spPr>
          <a:xfrm>
            <a:off x="20915437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78" name="Text 912"/>
          <p:cNvSpPr/>
          <p:nvPr/>
        </p:nvSpPr>
        <p:spPr>
          <a:xfrm>
            <a:off x="20943484" y="4653258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6.8%</a:t>
            </a:r>
            <a:endParaRPr lang="en-US" sz="900" dirty="0"/>
          </a:p>
        </p:txBody>
      </p:sp>
      <p:sp>
        <p:nvSpPr>
          <p:cNvPr id="979" name="Shape 913"/>
          <p:cNvSpPr/>
          <p:nvPr/>
        </p:nvSpPr>
        <p:spPr>
          <a:xfrm>
            <a:off x="20943484" y="4706549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0" name="Shape 914"/>
          <p:cNvSpPr/>
          <p:nvPr/>
        </p:nvSpPr>
        <p:spPr>
          <a:xfrm>
            <a:off x="20946289" y="4709354"/>
            <a:ext cx="178501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981" name="Shape 915"/>
          <p:cNvSpPr/>
          <p:nvPr/>
        </p:nvSpPr>
        <p:spPr>
          <a:xfrm>
            <a:off x="21195918" y="4751718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2" name="Text 916"/>
          <p:cNvSpPr/>
          <p:nvPr/>
        </p:nvSpPr>
        <p:spPr>
          <a:xfrm>
            <a:off x="21214968" y="469439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MB</a:t>
            </a:r>
            <a:endParaRPr lang="en-US" sz="938" dirty="0"/>
          </a:p>
        </p:txBody>
      </p:sp>
      <p:sp>
        <p:nvSpPr>
          <p:cNvPr id="983" name="Shape 917"/>
          <p:cNvSpPr/>
          <p:nvPr/>
        </p:nvSpPr>
        <p:spPr>
          <a:xfrm>
            <a:off x="21476398" y="4751718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4" name="Text 918"/>
          <p:cNvSpPr/>
          <p:nvPr/>
        </p:nvSpPr>
        <p:spPr>
          <a:xfrm>
            <a:off x="21504446" y="4653258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+3.4s</a:t>
            </a:r>
            <a:endParaRPr lang="en-US" sz="900" dirty="0"/>
          </a:p>
        </p:txBody>
      </p:sp>
      <p:sp>
        <p:nvSpPr>
          <p:cNvPr id="985" name="Shape 919"/>
          <p:cNvSpPr/>
          <p:nvPr/>
        </p:nvSpPr>
        <p:spPr>
          <a:xfrm>
            <a:off x="21504446" y="4706549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986" name="Shape 920"/>
          <p:cNvSpPr/>
          <p:nvPr/>
        </p:nvSpPr>
        <p:spPr>
          <a:xfrm>
            <a:off x="21507252" y="4709354"/>
            <a:ext cx="209790" cy="1122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987" name="Shape 921"/>
          <p:cNvSpPr/>
          <p:nvPr/>
        </p:nvSpPr>
        <p:spPr>
          <a:xfrm>
            <a:off x="21784928" y="4751718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88" name="Shape 922"/>
          <p:cNvSpPr/>
          <p:nvPr/>
        </p:nvSpPr>
        <p:spPr>
          <a:xfrm>
            <a:off x="21812976" y="4658867"/>
            <a:ext cx="171094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989" name="Text 923"/>
          <p:cNvSpPr/>
          <p:nvPr/>
        </p:nvSpPr>
        <p:spPr>
          <a:xfrm>
            <a:off x="21889176" y="46969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</a:t>
            </a:r>
            <a:endParaRPr lang="en-US" sz="750" dirty="0"/>
          </a:p>
        </p:txBody>
      </p:sp>
      <p:sp>
        <p:nvSpPr>
          <p:cNvPr id="990" name="Shape 924"/>
          <p:cNvSpPr/>
          <p:nvPr/>
        </p:nvSpPr>
        <p:spPr>
          <a:xfrm>
            <a:off x="22149553" y="4751718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1" name="Shape 925"/>
          <p:cNvSpPr/>
          <p:nvPr/>
        </p:nvSpPr>
        <p:spPr>
          <a:xfrm>
            <a:off x="22177600" y="4656063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992" name="Text 926"/>
          <p:cNvSpPr/>
          <p:nvPr/>
        </p:nvSpPr>
        <p:spPr>
          <a:xfrm>
            <a:off x="22170354" y="467289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993" name="Shape 927"/>
          <p:cNvSpPr/>
          <p:nvPr/>
        </p:nvSpPr>
        <p:spPr>
          <a:xfrm>
            <a:off x="19625225" y="4761243"/>
            <a:ext cx="2832855" cy="244018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994" name="Shape 928"/>
          <p:cNvSpPr/>
          <p:nvPr/>
        </p:nvSpPr>
        <p:spPr>
          <a:xfrm>
            <a:off x="19625225" y="4995736"/>
            <a:ext cx="283285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995" name="Text 929"/>
          <p:cNvSpPr/>
          <p:nvPr/>
        </p:nvSpPr>
        <p:spPr>
          <a:xfrm>
            <a:off x="19653275" y="4794901"/>
            <a:ext cx="219663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THIS RECOMMENDATION</a:t>
            </a:r>
            <a:endParaRPr lang="en-US" sz="750" dirty="0"/>
          </a:p>
        </p:txBody>
      </p:sp>
      <p:sp>
        <p:nvSpPr>
          <p:cNvPr id="996" name="Text 930"/>
          <p:cNvSpPr/>
          <p:nvPr/>
        </p:nvSpPr>
        <p:spPr>
          <a:xfrm>
            <a:off x="19653275" y="4842582"/>
            <a:ext cx="2196633" cy="9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startup contributor. Delaying by 30s keeps Steam available without blocking login.</a:t>
            </a:r>
            <a:endParaRPr lang="en-US" sz="938" dirty="0"/>
          </a:p>
        </p:txBody>
      </p:sp>
      <p:sp>
        <p:nvSpPr>
          <p:cNvPr id="997" name="Shape 931"/>
          <p:cNvSpPr/>
          <p:nvPr/>
        </p:nvSpPr>
        <p:spPr>
          <a:xfrm>
            <a:off x="21812976" y="4794901"/>
            <a:ext cx="617058" cy="78534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998" name="Text 932"/>
          <p:cNvSpPr/>
          <p:nvPr/>
        </p:nvSpPr>
        <p:spPr>
          <a:xfrm>
            <a:off x="21816947" y="4817339"/>
            <a:ext cx="60503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command for Task Manager</a:t>
            </a:r>
            <a:endParaRPr lang="en-US" sz="900" dirty="0"/>
          </a:p>
        </p:txBody>
      </p:sp>
      <p:sp>
        <p:nvSpPr>
          <p:cNvPr id="999" name="Shape 933"/>
          <p:cNvSpPr/>
          <p:nvPr/>
        </p:nvSpPr>
        <p:spPr>
          <a:xfrm>
            <a:off x="21812976" y="4890264"/>
            <a:ext cx="617058" cy="78534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00" name="Text 934"/>
          <p:cNvSpPr/>
          <p:nvPr/>
        </p:nvSpPr>
        <p:spPr>
          <a:xfrm>
            <a:off x="21816947" y="4912702"/>
            <a:ext cx="28756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as keep</a:t>
            </a:r>
            <a:endParaRPr lang="en-US" sz="900" dirty="0"/>
          </a:p>
        </p:txBody>
      </p:sp>
      <p:sp>
        <p:nvSpPr>
          <p:cNvPr id="1001" name="Shape 935"/>
          <p:cNvSpPr/>
          <p:nvPr/>
        </p:nvSpPr>
        <p:spPr>
          <a:xfrm>
            <a:off x="19625225" y="513878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2" name="Text 936"/>
          <p:cNvSpPr/>
          <p:nvPr/>
        </p:nvSpPr>
        <p:spPr>
          <a:xfrm>
            <a:off x="19653275" y="5027700"/>
            <a:ext cx="191239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Spotify</a:t>
            </a:r>
            <a:endParaRPr lang="en-US" sz="938" dirty="0"/>
          </a:p>
        </p:txBody>
      </p:sp>
      <p:sp>
        <p:nvSpPr>
          <p:cNvPr id="1003" name="Text 937"/>
          <p:cNvSpPr/>
          <p:nvPr/>
        </p:nvSpPr>
        <p:spPr>
          <a:xfrm>
            <a:off x="19653275" y="508379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AB</a:t>
            </a:r>
            <a:endParaRPr lang="en-US" sz="825" dirty="0"/>
          </a:p>
        </p:txBody>
      </p:sp>
      <p:sp>
        <p:nvSpPr>
          <p:cNvPr id="1004" name="Shape 938"/>
          <p:cNvSpPr/>
          <p:nvPr/>
        </p:nvSpPr>
        <p:spPr>
          <a:xfrm>
            <a:off x="20915437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5" name="Text 939"/>
          <p:cNvSpPr/>
          <p:nvPr/>
        </p:nvSpPr>
        <p:spPr>
          <a:xfrm>
            <a:off x="20943484" y="5040321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0.8%</a:t>
            </a:r>
            <a:endParaRPr lang="en-US" sz="900" dirty="0"/>
          </a:p>
        </p:txBody>
      </p:sp>
      <p:sp>
        <p:nvSpPr>
          <p:cNvPr id="1006" name="Shape 940"/>
          <p:cNvSpPr/>
          <p:nvPr/>
        </p:nvSpPr>
        <p:spPr>
          <a:xfrm>
            <a:off x="20943484" y="509361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07" name="Shape 941"/>
          <p:cNvSpPr/>
          <p:nvPr/>
        </p:nvSpPr>
        <p:spPr>
          <a:xfrm>
            <a:off x="20946289" y="5096417"/>
            <a:ext cx="209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08" name="Shape 942"/>
          <p:cNvSpPr/>
          <p:nvPr/>
        </p:nvSpPr>
        <p:spPr>
          <a:xfrm>
            <a:off x="21195918" y="513878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09" name="Text 943"/>
          <p:cNvSpPr/>
          <p:nvPr/>
        </p:nvSpPr>
        <p:spPr>
          <a:xfrm>
            <a:off x="21214968" y="508146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168 MB</a:t>
            </a:r>
            <a:endParaRPr lang="en-US" sz="938" dirty="0"/>
          </a:p>
        </p:txBody>
      </p:sp>
      <p:sp>
        <p:nvSpPr>
          <p:cNvPr id="1010" name="Shape 944"/>
          <p:cNvSpPr/>
          <p:nvPr/>
        </p:nvSpPr>
        <p:spPr>
          <a:xfrm>
            <a:off x="21476398" y="513878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1" name="Text 945"/>
          <p:cNvSpPr/>
          <p:nvPr/>
        </p:nvSpPr>
        <p:spPr>
          <a:xfrm>
            <a:off x="21504446" y="5040321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+1.2s</a:t>
            </a:r>
            <a:endParaRPr lang="en-US" sz="900" dirty="0"/>
          </a:p>
        </p:txBody>
      </p:sp>
      <p:sp>
        <p:nvSpPr>
          <p:cNvPr id="1012" name="Shape 946"/>
          <p:cNvSpPr/>
          <p:nvPr/>
        </p:nvSpPr>
        <p:spPr>
          <a:xfrm>
            <a:off x="21504446" y="509361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13" name="Shape 947"/>
          <p:cNvSpPr/>
          <p:nvPr/>
        </p:nvSpPr>
        <p:spPr>
          <a:xfrm>
            <a:off x="21507252" y="5096417"/>
            <a:ext cx="74019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14" name="Shape 948"/>
          <p:cNvSpPr/>
          <p:nvPr/>
        </p:nvSpPr>
        <p:spPr>
          <a:xfrm>
            <a:off x="21784928" y="513878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5" name="Shape 949"/>
          <p:cNvSpPr/>
          <p:nvPr/>
        </p:nvSpPr>
        <p:spPr>
          <a:xfrm>
            <a:off x="21812976" y="5045931"/>
            <a:ext cx="208125" cy="58901"/>
          </a:xfrm>
          <a:prstGeom prst="roundRect">
            <a:avLst>
              <a:gd name="adj" fmla="val 32342"/>
            </a:avLst>
          </a:prstGeom>
          <a:solidFill>
            <a:srgbClr val="2C2516"/>
          </a:solidFill>
          <a:ln w="9525">
            <a:solidFill>
              <a:srgbClr val="D8B46A"/>
            </a:solidFill>
            <a:prstDash val="solid"/>
          </a:ln>
        </p:spPr>
      </p:sp>
      <p:sp>
        <p:nvSpPr>
          <p:cNvPr id="1016" name="Text 950"/>
          <p:cNvSpPr/>
          <p:nvPr/>
        </p:nvSpPr>
        <p:spPr>
          <a:xfrm>
            <a:off x="21889176" y="5084031"/>
            <a:ext cx="1224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D8B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</a:t>
            </a:r>
            <a:endParaRPr lang="en-US" sz="750" dirty="0"/>
          </a:p>
        </p:txBody>
      </p:sp>
      <p:sp>
        <p:nvSpPr>
          <p:cNvPr id="1017" name="Shape 951"/>
          <p:cNvSpPr/>
          <p:nvPr/>
        </p:nvSpPr>
        <p:spPr>
          <a:xfrm>
            <a:off x="22149553" y="513878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18" name="Shape 952"/>
          <p:cNvSpPr/>
          <p:nvPr/>
        </p:nvSpPr>
        <p:spPr>
          <a:xfrm>
            <a:off x="22177600" y="5043126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19" name="Text 953"/>
          <p:cNvSpPr/>
          <p:nvPr/>
        </p:nvSpPr>
        <p:spPr>
          <a:xfrm>
            <a:off x="22170354" y="505995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20" name="Shape 954"/>
          <p:cNvSpPr/>
          <p:nvPr/>
        </p:nvSpPr>
        <p:spPr>
          <a:xfrm>
            <a:off x="19625225" y="5281826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1" name="Text 955"/>
          <p:cNvSpPr/>
          <p:nvPr/>
        </p:nvSpPr>
        <p:spPr>
          <a:xfrm>
            <a:off x="19653275" y="5170745"/>
            <a:ext cx="40190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Synaptics TouchPad</a:t>
            </a:r>
            <a:endParaRPr lang="en-US" sz="938" dirty="0"/>
          </a:p>
        </p:txBody>
      </p:sp>
      <p:sp>
        <p:nvSpPr>
          <p:cNvPr id="1022" name="Text 956"/>
          <p:cNvSpPr/>
          <p:nvPr/>
        </p:nvSpPr>
        <p:spPr>
          <a:xfrm>
            <a:off x="19653275" y="5226841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Synaptics Inc.</a:t>
            </a:r>
            <a:endParaRPr lang="en-US" sz="825" dirty="0"/>
          </a:p>
        </p:txBody>
      </p:sp>
      <p:sp>
        <p:nvSpPr>
          <p:cNvPr id="1023" name="Shape 957"/>
          <p:cNvSpPr/>
          <p:nvPr/>
        </p:nvSpPr>
        <p:spPr>
          <a:xfrm>
            <a:off x="20915437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4" name="Text 958"/>
          <p:cNvSpPr/>
          <p:nvPr/>
        </p:nvSpPr>
        <p:spPr>
          <a:xfrm>
            <a:off x="20943484" y="5183367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0.2%</a:t>
            </a:r>
            <a:endParaRPr lang="en-US" sz="900" dirty="0"/>
          </a:p>
        </p:txBody>
      </p:sp>
      <p:sp>
        <p:nvSpPr>
          <p:cNvPr id="1025" name="Shape 959"/>
          <p:cNvSpPr/>
          <p:nvPr/>
        </p:nvSpPr>
        <p:spPr>
          <a:xfrm>
            <a:off x="20943484" y="5236658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26" name="Shape 960"/>
          <p:cNvSpPr/>
          <p:nvPr/>
        </p:nvSpPr>
        <p:spPr>
          <a:xfrm>
            <a:off x="20946289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27" name="Shape 961"/>
          <p:cNvSpPr/>
          <p:nvPr/>
        </p:nvSpPr>
        <p:spPr>
          <a:xfrm>
            <a:off x="21195918" y="5281826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28" name="Text 962"/>
          <p:cNvSpPr/>
          <p:nvPr/>
        </p:nvSpPr>
        <p:spPr>
          <a:xfrm>
            <a:off x="21214968" y="522450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MB</a:t>
            </a:r>
            <a:endParaRPr lang="en-US" sz="938" dirty="0"/>
          </a:p>
        </p:txBody>
      </p:sp>
      <p:sp>
        <p:nvSpPr>
          <p:cNvPr id="1029" name="Shape 963"/>
          <p:cNvSpPr/>
          <p:nvPr/>
        </p:nvSpPr>
        <p:spPr>
          <a:xfrm>
            <a:off x="21476398" y="5281826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0" name="Text 964"/>
          <p:cNvSpPr/>
          <p:nvPr/>
        </p:nvSpPr>
        <p:spPr>
          <a:xfrm>
            <a:off x="21504446" y="5183367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+0.1s</a:t>
            </a:r>
            <a:endParaRPr lang="en-US" sz="900" dirty="0"/>
          </a:p>
        </p:txBody>
      </p:sp>
      <p:sp>
        <p:nvSpPr>
          <p:cNvPr id="1031" name="Shape 965"/>
          <p:cNvSpPr/>
          <p:nvPr/>
        </p:nvSpPr>
        <p:spPr>
          <a:xfrm>
            <a:off x="21504446" y="5236658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32" name="Shape 966"/>
          <p:cNvSpPr/>
          <p:nvPr/>
        </p:nvSpPr>
        <p:spPr>
          <a:xfrm>
            <a:off x="21507252" y="5239463"/>
            <a:ext cx="9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33" name="Shape 967"/>
          <p:cNvSpPr/>
          <p:nvPr/>
        </p:nvSpPr>
        <p:spPr>
          <a:xfrm>
            <a:off x="21784928" y="5281826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4" name="Shape 968"/>
          <p:cNvSpPr/>
          <p:nvPr/>
        </p:nvSpPr>
        <p:spPr>
          <a:xfrm>
            <a:off x="21812976" y="5188976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35" name="Text 969"/>
          <p:cNvSpPr/>
          <p:nvPr/>
        </p:nvSpPr>
        <p:spPr>
          <a:xfrm>
            <a:off x="21889176" y="522707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36" name="Shape 970"/>
          <p:cNvSpPr/>
          <p:nvPr/>
        </p:nvSpPr>
        <p:spPr>
          <a:xfrm>
            <a:off x="22149553" y="5281826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37" name="Shape 971"/>
          <p:cNvSpPr/>
          <p:nvPr/>
        </p:nvSpPr>
        <p:spPr>
          <a:xfrm>
            <a:off x="22177600" y="5186171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38" name="Text 972"/>
          <p:cNvSpPr/>
          <p:nvPr/>
        </p:nvSpPr>
        <p:spPr>
          <a:xfrm>
            <a:off x="22170354" y="5203000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39" name="Shape 973"/>
          <p:cNvSpPr/>
          <p:nvPr/>
        </p:nvSpPr>
        <p:spPr>
          <a:xfrm>
            <a:off x="19625225" y="5424872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0" name="Text 974"/>
          <p:cNvSpPr/>
          <p:nvPr/>
        </p:nvSpPr>
        <p:spPr>
          <a:xfrm>
            <a:off x="19653275" y="5313790"/>
            <a:ext cx="226168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OneDrive</a:t>
            </a:r>
            <a:endParaRPr lang="en-US" sz="938" dirty="0"/>
          </a:p>
        </p:txBody>
      </p:sp>
      <p:sp>
        <p:nvSpPr>
          <p:cNvPr id="1041" name="Text 975"/>
          <p:cNvSpPr/>
          <p:nvPr/>
        </p:nvSpPr>
        <p:spPr>
          <a:xfrm>
            <a:off x="19653275" y="536988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Corporation</a:t>
            </a:r>
            <a:endParaRPr lang="en-US" sz="825" dirty="0"/>
          </a:p>
        </p:txBody>
      </p:sp>
      <p:sp>
        <p:nvSpPr>
          <p:cNvPr id="1042" name="Shape 976"/>
          <p:cNvSpPr/>
          <p:nvPr/>
        </p:nvSpPr>
        <p:spPr>
          <a:xfrm>
            <a:off x="20915437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3" name="Text 977"/>
          <p:cNvSpPr/>
          <p:nvPr/>
        </p:nvSpPr>
        <p:spPr>
          <a:xfrm>
            <a:off x="20943484" y="5326412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1.6%</a:t>
            </a:r>
            <a:endParaRPr lang="en-US" sz="900" dirty="0"/>
          </a:p>
        </p:txBody>
      </p:sp>
      <p:sp>
        <p:nvSpPr>
          <p:cNvPr id="1044" name="Shape 978"/>
          <p:cNvSpPr/>
          <p:nvPr/>
        </p:nvSpPr>
        <p:spPr>
          <a:xfrm>
            <a:off x="20943484" y="5379703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45" name="Shape 979"/>
          <p:cNvSpPr/>
          <p:nvPr/>
        </p:nvSpPr>
        <p:spPr>
          <a:xfrm>
            <a:off x="20946289" y="5382508"/>
            <a:ext cx="41986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46" name="Shape 980"/>
          <p:cNvSpPr/>
          <p:nvPr/>
        </p:nvSpPr>
        <p:spPr>
          <a:xfrm>
            <a:off x="21195918" y="542487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7" name="Text 981"/>
          <p:cNvSpPr/>
          <p:nvPr/>
        </p:nvSpPr>
        <p:spPr>
          <a:xfrm>
            <a:off x="21214968" y="5367551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 MB</a:t>
            </a:r>
            <a:endParaRPr lang="en-US" sz="938" dirty="0"/>
          </a:p>
        </p:txBody>
      </p:sp>
      <p:sp>
        <p:nvSpPr>
          <p:cNvPr id="1048" name="Shape 982"/>
          <p:cNvSpPr/>
          <p:nvPr/>
        </p:nvSpPr>
        <p:spPr>
          <a:xfrm>
            <a:off x="21476398" y="542487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49" name="Text 983"/>
          <p:cNvSpPr/>
          <p:nvPr/>
        </p:nvSpPr>
        <p:spPr>
          <a:xfrm>
            <a:off x="21504446" y="5326412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+0.9s</a:t>
            </a:r>
            <a:endParaRPr lang="en-US" sz="900" dirty="0"/>
          </a:p>
        </p:txBody>
      </p:sp>
      <p:sp>
        <p:nvSpPr>
          <p:cNvPr id="1050" name="Shape 984"/>
          <p:cNvSpPr/>
          <p:nvPr/>
        </p:nvSpPr>
        <p:spPr>
          <a:xfrm>
            <a:off x="21504446" y="5379703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51" name="Shape 985"/>
          <p:cNvSpPr/>
          <p:nvPr/>
        </p:nvSpPr>
        <p:spPr>
          <a:xfrm>
            <a:off x="21507252" y="5382508"/>
            <a:ext cx="5552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52" name="Shape 986"/>
          <p:cNvSpPr/>
          <p:nvPr/>
        </p:nvSpPr>
        <p:spPr>
          <a:xfrm>
            <a:off x="21784928" y="542487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3" name="Shape 987"/>
          <p:cNvSpPr/>
          <p:nvPr/>
        </p:nvSpPr>
        <p:spPr>
          <a:xfrm>
            <a:off x="21812976" y="5332021"/>
            <a:ext cx="152600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54" name="Text 988"/>
          <p:cNvSpPr/>
          <p:nvPr/>
        </p:nvSpPr>
        <p:spPr>
          <a:xfrm>
            <a:off x="21889176" y="5370121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</a:t>
            </a:r>
            <a:endParaRPr lang="en-US" sz="750" dirty="0"/>
          </a:p>
        </p:txBody>
      </p:sp>
      <p:sp>
        <p:nvSpPr>
          <p:cNvPr id="1055" name="Shape 989"/>
          <p:cNvSpPr/>
          <p:nvPr/>
        </p:nvSpPr>
        <p:spPr>
          <a:xfrm>
            <a:off x="22149553" y="5424872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6" name="Shape 990"/>
          <p:cNvSpPr/>
          <p:nvPr/>
        </p:nvSpPr>
        <p:spPr>
          <a:xfrm>
            <a:off x="22177600" y="5329217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57" name="Text 991"/>
          <p:cNvSpPr/>
          <p:nvPr/>
        </p:nvSpPr>
        <p:spPr>
          <a:xfrm>
            <a:off x="22170354" y="5346045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58" name="Shape 992"/>
          <p:cNvSpPr/>
          <p:nvPr/>
        </p:nvSpPr>
        <p:spPr>
          <a:xfrm>
            <a:off x="19625225" y="5581941"/>
            <a:ext cx="12902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59" name="Text 993"/>
          <p:cNvSpPr/>
          <p:nvPr/>
        </p:nvSpPr>
        <p:spPr>
          <a:xfrm>
            <a:off x="19653275" y="5463847"/>
            <a:ext cx="199392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</a:t>
            </a:r>
            <a:endParaRPr lang="en-US" sz="938" dirty="0"/>
          </a:p>
        </p:txBody>
      </p:sp>
      <p:sp>
        <p:nvSpPr>
          <p:cNvPr id="1060" name="Shape 994"/>
          <p:cNvSpPr/>
          <p:nvPr/>
        </p:nvSpPr>
        <p:spPr>
          <a:xfrm>
            <a:off x="19798905" y="5456835"/>
            <a:ext cx="226663" cy="58901"/>
          </a:xfrm>
          <a:prstGeom prst="roundRect">
            <a:avLst>
              <a:gd name="adj" fmla="val 32342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61" name="Text 995"/>
          <p:cNvSpPr/>
          <p:nvPr/>
        </p:nvSpPr>
        <p:spPr>
          <a:xfrm>
            <a:off x="19852195" y="5468055"/>
            <a:ext cx="2243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750" dirty="0"/>
          </a:p>
        </p:txBody>
      </p:sp>
      <p:sp>
        <p:nvSpPr>
          <p:cNvPr id="1062" name="Text 996"/>
          <p:cNvSpPr/>
          <p:nvPr/>
        </p:nvSpPr>
        <p:spPr>
          <a:xfrm>
            <a:off x="19653275" y="5526956"/>
            <a:ext cx="1310313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 Inc.</a:t>
            </a:r>
            <a:endParaRPr lang="en-US" sz="825" dirty="0"/>
          </a:p>
        </p:txBody>
      </p:sp>
      <p:sp>
        <p:nvSpPr>
          <p:cNvPr id="1063" name="Shape 997"/>
          <p:cNvSpPr/>
          <p:nvPr/>
        </p:nvSpPr>
        <p:spPr>
          <a:xfrm>
            <a:off x="20915437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4" name="Text 998"/>
          <p:cNvSpPr/>
          <p:nvPr/>
        </p:nvSpPr>
        <p:spPr>
          <a:xfrm>
            <a:off x="20943484" y="5476469"/>
            <a:ext cx="30058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2.4%</a:t>
            </a:r>
            <a:endParaRPr lang="en-US" sz="900" dirty="0"/>
          </a:p>
        </p:txBody>
      </p:sp>
      <p:sp>
        <p:nvSpPr>
          <p:cNvPr id="1065" name="Shape 999"/>
          <p:cNvSpPr/>
          <p:nvPr/>
        </p:nvSpPr>
        <p:spPr>
          <a:xfrm>
            <a:off x="20943484" y="5529760"/>
            <a:ext cx="224386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66" name="Shape 1000"/>
          <p:cNvSpPr/>
          <p:nvPr/>
        </p:nvSpPr>
        <p:spPr>
          <a:xfrm>
            <a:off x="20946289" y="5532565"/>
            <a:ext cx="62978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67" name="Shape 1001"/>
          <p:cNvSpPr/>
          <p:nvPr/>
        </p:nvSpPr>
        <p:spPr>
          <a:xfrm>
            <a:off x="21195918" y="55819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68" name="Text 1002"/>
          <p:cNvSpPr/>
          <p:nvPr/>
        </p:nvSpPr>
        <p:spPr>
          <a:xfrm>
            <a:off x="21214968" y="551059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 MB</a:t>
            </a:r>
            <a:endParaRPr lang="en-US" sz="938" dirty="0"/>
          </a:p>
        </p:txBody>
      </p:sp>
      <p:sp>
        <p:nvSpPr>
          <p:cNvPr id="1069" name="Shape 1003"/>
          <p:cNvSpPr/>
          <p:nvPr/>
        </p:nvSpPr>
        <p:spPr>
          <a:xfrm>
            <a:off x="21476398" y="55819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0" name="Text 1004"/>
          <p:cNvSpPr/>
          <p:nvPr/>
        </p:nvSpPr>
        <p:spPr>
          <a:xfrm>
            <a:off x="21504446" y="5476469"/>
            <a:ext cx="328633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+1.6s</a:t>
            </a:r>
            <a:endParaRPr lang="en-US" sz="900" dirty="0"/>
          </a:p>
        </p:txBody>
      </p:sp>
      <p:sp>
        <p:nvSpPr>
          <p:cNvPr id="1071" name="Shape 1005"/>
          <p:cNvSpPr/>
          <p:nvPr/>
        </p:nvSpPr>
        <p:spPr>
          <a:xfrm>
            <a:off x="21504446" y="5529760"/>
            <a:ext cx="252433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072" name="Shape 1006"/>
          <p:cNvSpPr/>
          <p:nvPr/>
        </p:nvSpPr>
        <p:spPr>
          <a:xfrm>
            <a:off x="21507252" y="5532565"/>
            <a:ext cx="98694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073" name="Shape 1007"/>
          <p:cNvSpPr/>
          <p:nvPr/>
        </p:nvSpPr>
        <p:spPr>
          <a:xfrm>
            <a:off x="21784928" y="55819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4" name="Shape 1008"/>
          <p:cNvSpPr/>
          <p:nvPr/>
        </p:nvSpPr>
        <p:spPr>
          <a:xfrm>
            <a:off x="21812976" y="5482079"/>
            <a:ext cx="226663" cy="58900"/>
          </a:xfrm>
          <a:prstGeom prst="roundRect">
            <a:avLst>
              <a:gd name="adj" fmla="val 32343"/>
            </a:avLst>
          </a:prstGeom>
          <a:solidFill>
            <a:srgbClr val="1C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075" name="Text 1009"/>
          <p:cNvSpPr/>
          <p:nvPr/>
        </p:nvSpPr>
        <p:spPr>
          <a:xfrm>
            <a:off x="21889176" y="5520179"/>
            <a:ext cx="1409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OFF</a:t>
            </a:r>
            <a:endParaRPr lang="en-US" sz="750" dirty="0"/>
          </a:p>
        </p:txBody>
      </p:sp>
      <p:sp>
        <p:nvSpPr>
          <p:cNvPr id="1076" name="Shape 1010"/>
          <p:cNvSpPr/>
          <p:nvPr/>
        </p:nvSpPr>
        <p:spPr>
          <a:xfrm>
            <a:off x="22149553" y="5581941"/>
            <a:ext cx="30852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77" name="Shape 1011"/>
          <p:cNvSpPr/>
          <p:nvPr/>
        </p:nvSpPr>
        <p:spPr>
          <a:xfrm>
            <a:off x="22177600" y="5479274"/>
            <a:ext cx="141294" cy="64511"/>
          </a:xfrm>
          <a:prstGeom prst="roundRect">
            <a:avLst>
              <a:gd name="adj" fmla="val 2953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078" name="Text 1012"/>
          <p:cNvSpPr/>
          <p:nvPr/>
        </p:nvSpPr>
        <p:spPr>
          <a:xfrm>
            <a:off x="22170354" y="5496102"/>
            <a:ext cx="15578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825" dirty="0"/>
          </a:p>
        </p:txBody>
      </p:sp>
      <p:sp>
        <p:nvSpPr>
          <p:cNvPr id="1079" name="Text 1013"/>
          <p:cNvSpPr/>
          <p:nvPr/>
        </p:nvSpPr>
        <p:spPr>
          <a:xfrm>
            <a:off x="19583154" y="5672805"/>
            <a:ext cx="11430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ℹ</a:t>
            </a:r>
            <a:endParaRPr lang="en-US" sz="863" dirty="0"/>
          </a:p>
        </p:txBody>
      </p:sp>
      <p:sp>
        <p:nvSpPr>
          <p:cNvPr id="1080" name="Text 1014"/>
          <p:cNvSpPr/>
          <p:nvPr/>
        </p:nvSpPr>
        <p:spPr>
          <a:xfrm>
            <a:off x="19621940" y="5672805"/>
            <a:ext cx="162576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only reads startup state. Use Task Manager → Startup or Settings → Apps → Startup to apply changes.</a:t>
            </a:r>
            <a:endParaRPr lang="en-US" sz="863" dirty="0"/>
          </a:p>
        </p:txBody>
      </p:sp>
      <p:pic>
        <p:nvPicPr>
          <p:cNvPr id="1081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2723371" y="3175396"/>
            <a:ext cx="85725" cy="123825"/>
          </a:xfrm>
          <a:prstGeom prst="rect">
            <a:avLst/>
          </a:prstGeom>
        </p:spPr>
      </p:pic>
      <p:sp>
        <p:nvSpPr>
          <p:cNvPr id="1082" name="Text 1015"/>
          <p:cNvSpPr/>
          <p:nvPr/>
        </p:nvSpPr>
        <p:spPr>
          <a:xfrm>
            <a:off x="22942446" y="3165870"/>
            <a:ext cx="819594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History</a:t>
            </a:r>
            <a:endParaRPr lang="en-US" sz="1125" dirty="0"/>
          </a:p>
        </p:txBody>
      </p:sp>
      <p:sp>
        <p:nvSpPr>
          <p:cNvPr id="1083" name="Shape 1016"/>
          <p:cNvSpPr/>
          <p:nvPr/>
        </p:nvSpPr>
        <p:spPr>
          <a:xfrm>
            <a:off x="22696489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84" name="Shape 1017"/>
          <p:cNvSpPr/>
          <p:nvPr/>
        </p:nvSpPr>
        <p:spPr>
          <a:xfrm>
            <a:off x="22696489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085" name="Shape 1018"/>
          <p:cNvSpPr/>
          <p:nvPr/>
        </p:nvSpPr>
        <p:spPr>
          <a:xfrm>
            <a:off x="22696489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86" name="Shape 1019"/>
          <p:cNvSpPr/>
          <p:nvPr/>
        </p:nvSpPr>
        <p:spPr>
          <a:xfrm>
            <a:off x="22696489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87" name="Shape 1020"/>
          <p:cNvSpPr/>
          <p:nvPr/>
        </p:nvSpPr>
        <p:spPr>
          <a:xfrm>
            <a:off x="22724539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8" name="Shape 1021"/>
          <p:cNvSpPr/>
          <p:nvPr/>
        </p:nvSpPr>
        <p:spPr>
          <a:xfrm>
            <a:off x="22772219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89" name="Shape 1022"/>
          <p:cNvSpPr/>
          <p:nvPr/>
        </p:nvSpPr>
        <p:spPr>
          <a:xfrm>
            <a:off x="2281990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090" name="Text 1023"/>
          <p:cNvSpPr/>
          <p:nvPr/>
        </p:nvSpPr>
        <p:spPr>
          <a:xfrm>
            <a:off x="22846312" y="3413533"/>
            <a:ext cx="25554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091" name="Text 1024"/>
          <p:cNvSpPr/>
          <p:nvPr/>
        </p:nvSpPr>
        <p:spPr>
          <a:xfrm>
            <a:off x="25397343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092" name="Text 1025"/>
          <p:cNvSpPr/>
          <p:nvPr/>
        </p:nvSpPr>
        <p:spPr>
          <a:xfrm>
            <a:off x="25725899" y="3414935"/>
            <a:ext cx="3654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093" name="Text 1026"/>
          <p:cNvSpPr/>
          <p:nvPr/>
        </p:nvSpPr>
        <p:spPr>
          <a:xfrm>
            <a:off x="26054412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094" name="Shape 1027"/>
          <p:cNvSpPr/>
          <p:nvPr/>
        </p:nvSpPr>
        <p:spPr>
          <a:xfrm>
            <a:off x="22696489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095" name="Shape 1028"/>
          <p:cNvSpPr/>
          <p:nvPr/>
        </p:nvSpPr>
        <p:spPr>
          <a:xfrm>
            <a:off x="23236707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096" name="Shape 1029"/>
          <p:cNvSpPr/>
          <p:nvPr/>
        </p:nvSpPr>
        <p:spPr>
          <a:xfrm>
            <a:off x="22696489" y="3660648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09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2735756" y="3539749"/>
            <a:ext cx="72926" cy="72925"/>
          </a:xfrm>
          <a:prstGeom prst="rect">
            <a:avLst/>
          </a:prstGeom>
        </p:spPr>
      </p:pic>
      <p:sp>
        <p:nvSpPr>
          <p:cNvPr id="1098" name="Text 1030"/>
          <p:cNvSpPr/>
          <p:nvPr/>
        </p:nvSpPr>
        <p:spPr>
          <a:xfrm>
            <a:off x="22836729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099" name="Text 1031"/>
          <p:cNvSpPr/>
          <p:nvPr/>
        </p:nvSpPr>
        <p:spPr>
          <a:xfrm>
            <a:off x="22836729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100" name="Text 1032"/>
          <p:cNvSpPr/>
          <p:nvPr/>
        </p:nvSpPr>
        <p:spPr>
          <a:xfrm>
            <a:off x="22848889" y="3825961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10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746977" y="3803401"/>
            <a:ext cx="39267" cy="39267"/>
          </a:xfrm>
          <a:prstGeom prst="rect">
            <a:avLst/>
          </a:prstGeom>
        </p:spPr>
      </p:pic>
      <p:sp>
        <p:nvSpPr>
          <p:cNvPr id="1102" name="Text 1033"/>
          <p:cNvSpPr/>
          <p:nvPr/>
        </p:nvSpPr>
        <p:spPr>
          <a:xfrm>
            <a:off x="22814291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103" name="Text 1034"/>
          <p:cNvSpPr/>
          <p:nvPr/>
        </p:nvSpPr>
        <p:spPr>
          <a:xfrm>
            <a:off x="23156170" y="3804804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10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746977" y="3890350"/>
            <a:ext cx="39267" cy="39267"/>
          </a:xfrm>
          <a:prstGeom prst="rect">
            <a:avLst/>
          </a:prstGeom>
        </p:spPr>
      </p:pic>
      <p:sp>
        <p:nvSpPr>
          <p:cNvPr id="1105" name="Text 1035"/>
          <p:cNvSpPr/>
          <p:nvPr/>
        </p:nvSpPr>
        <p:spPr>
          <a:xfrm>
            <a:off x="22814291" y="3886143"/>
            <a:ext cx="315004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106" name="Text 1036"/>
          <p:cNvSpPr/>
          <p:nvPr/>
        </p:nvSpPr>
        <p:spPr>
          <a:xfrm>
            <a:off x="23156170" y="3891753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107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2746977" y="3977299"/>
            <a:ext cx="39267" cy="39267"/>
          </a:xfrm>
          <a:prstGeom prst="rect">
            <a:avLst/>
          </a:prstGeom>
        </p:spPr>
      </p:pic>
      <p:sp>
        <p:nvSpPr>
          <p:cNvPr id="1108" name="Text 1037"/>
          <p:cNvSpPr/>
          <p:nvPr/>
        </p:nvSpPr>
        <p:spPr>
          <a:xfrm>
            <a:off x="22814291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109" name="Text 1038"/>
          <p:cNvSpPr/>
          <p:nvPr/>
        </p:nvSpPr>
        <p:spPr>
          <a:xfrm>
            <a:off x="23156170" y="3978702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11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2746977" y="4064248"/>
            <a:ext cx="39267" cy="39267"/>
          </a:xfrm>
          <a:prstGeom prst="rect">
            <a:avLst/>
          </a:prstGeom>
        </p:spPr>
      </p:pic>
      <p:sp>
        <p:nvSpPr>
          <p:cNvPr id="1111" name="Text 1039"/>
          <p:cNvSpPr/>
          <p:nvPr/>
        </p:nvSpPr>
        <p:spPr>
          <a:xfrm>
            <a:off x="22814291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112" name="Text 1040"/>
          <p:cNvSpPr/>
          <p:nvPr/>
        </p:nvSpPr>
        <p:spPr>
          <a:xfrm>
            <a:off x="23156170" y="4065651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11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2746977" y="4151197"/>
            <a:ext cx="39267" cy="39267"/>
          </a:xfrm>
          <a:prstGeom prst="rect">
            <a:avLst/>
          </a:prstGeom>
        </p:spPr>
      </p:pic>
      <p:sp>
        <p:nvSpPr>
          <p:cNvPr id="1114" name="Text 1041"/>
          <p:cNvSpPr/>
          <p:nvPr/>
        </p:nvSpPr>
        <p:spPr>
          <a:xfrm>
            <a:off x="22814291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115" name="Text 1042"/>
          <p:cNvSpPr/>
          <p:nvPr/>
        </p:nvSpPr>
        <p:spPr>
          <a:xfrm>
            <a:off x="23156170" y="415259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sp>
        <p:nvSpPr>
          <p:cNvPr id="1116" name="Shape 1043"/>
          <p:cNvSpPr/>
          <p:nvPr/>
        </p:nvSpPr>
        <p:spPr>
          <a:xfrm>
            <a:off x="22696489" y="4214306"/>
            <a:ext cx="546939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117" name="Shape 1044"/>
          <p:cNvSpPr/>
          <p:nvPr/>
        </p:nvSpPr>
        <p:spPr>
          <a:xfrm>
            <a:off x="22696489" y="4214306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118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746977" y="4238147"/>
            <a:ext cx="39267" cy="39267"/>
          </a:xfrm>
          <a:prstGeom prst="rect">
            <a:avLst/>
          </a:prstGeom>
        </p:spPr>
      </p:pic>
      <p:sp>
        <p:nvSpPr>
          <p:cNvPr id="1119" name="Text 1045"/>
          <p:cNvSpPr/>
          <p:nvPr/>
        </p:nvSpPr>
        <p:spPr>
          <a:xfrm>
            <a:off x="22814291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120" name="Text 1046"/>
          <p:cNvSpPr/>
          <p:nvPr/>
        </p:nvSpPr>
        <p:spPr>
          <a:xfrm>
            <a:off x="23156170" y="4239549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121" name="Text 1047"/>
          <p:cNvSpPr/>
          <p:nvPr/>
        </p:nvSpPr>
        <p:spPr>
          <a:xfrm>
            <a:off x="22848889" y="4434604"/>
            <a:ext cx="31833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pic>
        <p:nvPicPr>
          <p:cNvPr id="1122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746977" y="4412044"/>
            <a:ext cx="39267" cy="39267"/>
          </a:xfrm>
          <a:prstGeom prst="rect">
            <a:avLst/>
          </a:prstGeom>
        </p:spPr>
      </p:pic>
      <p:sp>
        <p:nvSpPr>
          <p:cNvPr id="1123" name="Text 1048"/>
          <p:cNvSpPr/>
          <p:nvPr/>
        </p:nvSpPr>
        <p:spPr>
          <a:xfrm>
            <a:off x="22814291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124" name="Text 1049"/>
          <p:cNvSpPr/>
          <p:nvPr/>
        </p:nvSpPr>
        <p:spPr>
          <a:xfrm>
            <a:off x="23156170" y="4413447"/>
            <a:ext cx="1241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125" name="Shape 1050"/>
          <p:cNvSpPr/>
          <p:nvPr/>
        </p:nvSpPr>
        <p:spPr>
          <a:xfrm>
            <a:off x="22696489" y="5455433"/>
            <a:ext cx="54693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26" name="Shape 1051"/>
          <p:cNvSpPr/>
          <p:nvPr/>
        </p:nvSpPr>
        <p:spPr>
          <a:xfrm>
            <a:off x="22735756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127" name="Text 1052"/>
          <p:cNvSpPr/>
          <p:nvPr/>
        </p:nvSpPr>
        <p:spPr>
          <a:xfrm>
            <a:off x="22769415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128" name="Text 1053"/>
          <p:cNvSpPr/>
          <p:nvPr/>
        </p:nvSpPr>
        <p:spPr>
          <a:xfrm>
            <a:off x="22735756" y="5535370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129" name="Text 1054"/>
          <p:cNvSpPr/>
          <p:nvPr/>
        </p:nvSpPr>
        <p:spPr>
          <a:xfrm>
            <a:off x="22735756" y="5578844"/>
            <a:ext cx="544604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130" name="Shape 1055"/>
          <p:cNvSpPr/>
          <p:nvPr/>
        </p:nvSpPr>
        <p:spPr>
          <a:xfrm>
            <a:off x="23246232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1" name="Shape 1056"/>
          <p:cNvSpPr/>
          <p:nvPr/>
        </p:nvSpPr>
        <p:spPr>
          <a:xfrm>
            <a:off x="23246232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132" name="Shape 1057"/>
          <p:cNvSpPr/>
          <p:nvPr/>
        </p:nvSpPr>
        <p:spPr>
          <a:xfrm>
            <a:off x="23246232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33" name="Text 1058"/>
          <p:cNvSpPr/>
          <p:nvPr/>
        </p:nvSpPr>
        <p:spPr>
          <a:xfrm>
            <a:off x="23307938" y="3508896"/>
            <a:ext cx="84265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HISTORY</a:t>
            </a:r>
            <a:endParaRPr lang="en-US" sz="975" dirty="0"/>
          </a:p>
        </p:txBody>
      </p:sp>
      <p:sp>
        <p:nvSpPr>
          <p:cNvPr id="1134" name="Text 1059"/>
          <p:cNvSpPr/>
          <p:nvPr/>
        </p:nvSpPr>
        <p:spPr>
          <a:xfrm>
            <a:off x="23307938" y="3564992"/>
            <a:ext cx="84265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sessions · 33.2 GB cleaned cumulatively</a:t>
            </a:r>
            <a:endParaRPr lang="en-US" sz="825" dirty="0"/>
          </a:p>
        </p:txBody>
      </p:sp>
      <p:sp>
        <p:nvSpPr>
          <p:cNvPr id="1135" name="Shape 1060"/>
          <p:cNvSpPr/>
          <p:nvPr/>
        </p:nvSpPr>
        <p:spPr>
          <a:xfrm>
            <a:off x="25551608" y="3517311"/>
            <a:ext cx="374091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6" name="Text 1061"/>
          <p:cNvSpPr/>
          <p:nvPr/>
        </p:nvSpPr>
        <p:spPr>
          <a:xfrm>
            <a:off x="25555580" y="3539749"/>
            <a:ext cx="36614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selected</a:t>
            </a:r>
            <a:endParaRPr lang="en-US" sz="900" dirty="0"/>
          </a:p>
        </p:txBody>
      </p:sp>
      <p:sp>
        <p:nvSpPr>
          <p:cNvPr id="1137" name="Shape 1062"/>
          <p:cNvSpPr/>
          <p:nvPr/>
        </p:nvSpPr>
        <p:spPr>
          <a:xfrm>
            <a:off x="25948137" y="3517311"/>
            <a:ext cx="276799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138" name="Text 1063"/>
          <p:cNvSpPr/>
          <p:nvPr/>
        </p:nvSpPr>
        <p:spPr>
          <a:xfrm>
            <a:off x="25952109" y="3539749"/>
            <a:ext cx="26885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log…</a:t>
            </a:r>
            <a:endParaRPr lang="en-US" sz="900" dirty="0"/>
          </a:p>
        </p:txBody>
      </p:sp>
      <p:sp>
        <p:nvSpPr>
          <p:cNvPr id="1139" name="Shape 1064"/>
          <p:cNvSpPr/>
          <p:nvPr/>
        </p:nvSpPr>
        <p:spPr>
          <a:xfrm>
            <a:off x="23307938" y="3698221"/>
            <a:ext cx="2916999" cy="426331"/>
          </a:xfrm>
          <a:prstGeom prst="roundRect">
            <a:avLst>
              <a:gd name="adj" fmla="val 4468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40" name="Shape 1065"/>
          <p:cNvSpPr/>
          <p:nvPr/>
        </p:nvSpPr>
        <p:spPr>
          <a:xfrm>
            <a:off x="23310742" y="3795279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41" name="Text 1066"/>
          <p:cNvSpPr/>
          <p:nvPr/>
        </p:nvSpPr>
        <p:spPr>
          <a:xfrm>
            <a:off x="23350010" y="3731879"/>
            <a:ext cx="26504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TIMELINE</a:t>
            </a:r>
            <a:endParaRPr lang="en-US" sz="825" dirty="0"/>
          </a:p>
        </p:txBody>
      </p:sp>
      <p:sp>
        <p:nvSpPr>
          <p:cNvPr id="1142" name="Text 1067"/>
          <p:cNvSpPr/>
          <p:nvPr/>
        </p:nvSpPr>
        <p:spPr>
          <a:xfrm>
            <a:off x="23566899" y="3734684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last 30 days</a:t>
            </a:r>
            <a:endParaRPr lang="en-US" sz="750" dirty="0"/>
          </a:p>
        </p:txBody>
      </p:sp>
      <p:sp>
        <p:nvSpPr>
          <p:cNvPr id="1143" name="Shape 1068"/>
          <p:cNvSpPr/>
          <p:nvPr/>
        </p:nvSpPr>
        <p:spPr>
          <a:xfrm>
            <a:off x="2335001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4" name="Shape 1069"/>
          <p:cNvSpPr/>
          <p:nvPr/>
        </p:nvSpPr>
        <p:spPr>
          <a:xfrm>
            <a:off x="2344480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5" name="Shape 1070"/>
          <p:cNvSpPr/>
          <p:nvPr/>
        </p:nvSpPr>
        <p:spPr>
          <a:xfrm>
            <a:off x="2353964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6" name="Shape 1071"/>
          <p:cNvSpPr/>
          <p:nvPr/>
        </p:nvSpPr>
        <p:spPr>
          <a:xfrm>
            <a:off x="23634434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7" name="Shape 1072"/>
          <p:cNvSpPr/>
          <p:nvPr/>
        </p:nvSpPr>
        <p:spPr>
          <a:xfrm>
            <a:off x="23729273" y="3973092"/>
            <a:ext cx="83574" cy="50487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48" name="Shape 1073"/>
          <p:cNvSpPr/>
          <p:nvPr/>
        </p:nvSpPr>
        <p:spPr>
          <a:xfrm>
            <a:off x="23824064" y="4012359"/>
            <a:ext cx="83620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49" name="Shape 1074"/>
          <p:cNvSpPr/>
          <p:nvPr/>
        </p:nvSpPr>
        <p:spPr>
          <a:xfrm>
            <a:off x="2391890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0" name="Shape 1075"/>
          <p:cNvSpPr/>
          <p:nvPr/>
        </p:nvSpPr>
        <p:spPr>
          <a:xfrm>
            <a:off x="2401369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1" name="Shape 1076"/>
          <p:cNvSpPr/>
          <p:nvPr/>
        </p:nvSpPr>
        <p:spPr>
          <a:xfrm>
            <a:off x="24108533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2" name="Shape 1077"/>
          <p:cNvSpPr/>
          <p:nvPr/>
        </p:nvSpPr>
        <p:spPr>
          <a:xfrm>
            <a:off x="24203327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3" name="Shape 1078"/>
          <p:cNvSpPr/>
          <p:nvPr/>
        </p:nvSpPr>
        <p:spPr>
          <a:xfrm>
            <a:off x="2429816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4" name="Shape 1079"/>
          <p:cNvSpPr/>
          <p:nvPr/>
        </p:nvSpPr>
        <p:spPr>
          <a:xfrm>
            <a:off x="24392960" y="4012359"/>
            <a:ext cx="83618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5" name="Shape 1080"/>
          <p:cNvSpPr/>
          <p:nvPr/>
        </p:nvSpPr>
        <p:spPr>
          <a:xfrm>
            <a:off x="24487796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6" name="Shape 1081"/>
          <p:cNvSpPr/>
          <p:nvPr/>
        </p:nvSpPr>
        <p:spPr>
          <a:xfrm>
            <a:off x="24582590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7" name="Shape 1082"/>
          <p:cNvSpPr/>
          <p:nvPr/>
        </p:nvSpPr>
        <p:spPr>
          <a:xfrm>
            <a:off x="24677384" y="3939435"/>
            <a:ext cx="83574" cy="8414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58" name="Shape 1083"/>
          <p:cNvSpPr/>
          <p:nvPr/>
        </p:nvSpPr>
        <p:spPr>
          <a:xfrm>
            <a:off x="2477217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59" name="Shape 1084"/>
          <p:cNvSpPr/>
          <p:nvPr/>
        </p:nvSpPr>
        <p:spPr>
          <a:xfrm>
            <a:off x="24866971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0" name="Shape 1085"/>
          <p:cNvSpPr/>
          <p:nvPr/>
        </p:nvSpPr>
        <p:spPr>
          <a:xfrm>
            <a:off x="24961765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1" name="Shape 1086"/>
          <p:cNvSpPr/>
          <p:nvPr/>
        </p:nvSpPr>
        <p:spPr>
          <a:xfrm>
            <a:off x="25056559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2" name="Shape 1087"/>
          <p:cNvSpPr/>
          <p:nvPr/>
        </p:nvSpPr>
        <p:spPr>
          <a:xfrm>
            <a:off x="2515135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3" name="Shape 1088"/>
          <p:cNvSpPr/>
          <p:nvPr/>
        </p:nvSpPr>
        <p:spPr>
          <a:xfrm>
            <a:off x="25246147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4" name="Shape 1089"/>
          <p:cNvSpPr/>
          <p:nvPr/>
        </p:nvSpPr>
        <p:spPr>
          <a:xfrm>
            <a:off x="25340939" y="3877728"/>
            <a:ext cx="83576" cy="145850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65" name="Shape 1090"/>
          <p:cNvSpPr/>
          <p:nvPr/>
        </p:nvSpPr>
        <p:spPr>
          <a:xfrm>
            <a:off x="25435733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6" name="Shape 1091"/>
          <p:cNvSpPr/>
          <p:nvPr/>
        </p:nvSpPr>
        <p:spPr>
          <a:xfrm>
            <a:off x="25530528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7" name="Shape 1092"/>
          <p:cNvSpPr/>
          <p:nvPr/>
        </p:nvSpPr>
        <p:spPr>
          <a:xfrm>
            <a:off x="25625322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8" name="Shape 1093"/>
          <p:cNvSpPr/>
          <p:nvPr/>
        </p:nvSpPr>
        <p:spPr>
          <a:xfrm>
            <a:off x="2572011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69" name="Shape 1094"/>
          <p:cNvSpPr/>
          <p:nvPr/>
        </p:nvSpPr>
        <p:spPr>
          <a:xfrm>
            <a:off x="25814908" y="4012359"/>
            <a:ext cx="83576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0" name="Shape 1095"/>
          <p:cNvSpPr/>
          <p:nvPr/>
        </p:nvSpPr>
        <p:spPr>
          <a:xfrm>
            <a:off x="25909702" y="3911386"/>
            <a:ext cx="83574" cy="112193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1" name="Shape 1096"/>
          <p:cNvSpPr/>
          <p:nvPr/>
        </p:nvSpPr>
        <p:spPr>
          <a:xfrm>
            <a:off x="26004496" y="4012359"/>
            <a:ext cx="83574" cy="11220"/>
          </a:xfrm>
          <a:prstGeom prst="rect">
            <a:avLst/>
          </a:prstGeom>
          <a:solidFill>
            <a:srgbClr val="18241E">
              <a:alpha val="50000"/>
            </a:srgbClr>
          </a:solidFill>
          <a:ln w="9525">
            <a:solidFill>
              <a:srgbClr val="213028">
                <a:alpha val="50000"/>
              </a:srgbClr>
            </a:solidFill>
            <a:prstDash val="solid"/>
          </a:ln>
        </p:spPr>
      </p:sp>
      <p:sp>
        <p:nvSpPr>
          <p:cNvPr id="1172" name="Shape 1097"/>
          <p:cNvSpPr/>
          <p:nvPr/>
        </p:nvSpPr>
        <p:spPr>
          <a:xfrm>
            <a:off x="26099291" y="3782365"/>
            <a:ext cx="83574" cy="241214"/>
          </a:xfrm>
          <a:prstGeom prst="rect">
            <a:avLst/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173" name="Text 1098"/>
          <p:cNvSpPr/>
          <p:nvPr/>
        </p:nvSpPr>
        <p:spPr>
          <a:xfrm>
            <a:off x="23350010" y="4046017"/>
            <a:ext cx="19531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30d ago</a:t>
            </a:r>
            <a:endParaRPr lang="en-US" sz="750" dirty="0"/>
          </a:p>
        </p:txBody>
      </p:sp>
      <p:sp>
        <p:nvSpPr>
          <p:cNvPr id="1174" name="Text 1099"/>
          <p:cNvSpPr/>
          <p:nvPr/>
        </p:nvSpPr>
        <p:spPr>
          <a:xfrm>
            <a:off x="26097800" y="4046017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750" dirty="0"/>
          </a:p>
        </p:txBody>
      </p:sp>
      <p:sp>
        <p:nvSpPr>
          <p:cNvPr id="1175" name="Shape 1100"/>
          <p:cNvSpPr/>
          <p:nvPr/>
        </p:nvSpPr>
        <p:spPr>
          <a:xfrm>
            <a:off x="23307938" y="4169429"/>
            <a:ext cx="2916999" cy="1065827"/>
          </a:xfrm>
          <a:prstGeom prst="roundRect">
            <a:avLst>
              <a:gd name="adj" fmla="val 1787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176" name="Shape 1101"/>
          <p:cNvSpPr/>
          <p:nvPr/>
        </p:nvSpPr>
        <p:spPr>
          <a:xfrm>
            <a:off x="23310742" y="4266486"/>
            <a:ext cx="291139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77" name="Text 1102"/>
          <p:cNvSpPr/>
          <p:nvPr/>
        </p:nvSpPr>
        <p:spPr>
          <a:xfrm>
            <a:off x="23350010" y="4203086"/>
            <a:ext cx="284325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SESSIONS</a:t>
            </a:r>
            <a:endParaRPr lang="en-US" sz="825" dirty="0"/>
          </a:p>
        </p:txBody>
      </p:sp>
      <p:sp>
        <p:nvSpPr>
          <p:cNvPr id="1178" name="Text 1103"/>
          <p:cNvSpPr/>
          <p:nvPr/>
        </p:nvSpPr>
        <p:spPr>
          <a:xfrm>
            <a:off x="23586184" y="4205891"/>
            <a:ext cx="280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5 entries</a:t>
            </a:r>
            <a:endParaRPr lang="en-US" sz="750" dirty="0"/>
          </a:p>
        </p:txBody>
      </p:sp>
      <p:sp>
        <p:nvSpPr>
          <p:cNvPr id="1179" name="Shape 1104"/>
          <p:cNvSpPr/>
          <p:nvPr/>
        </p:nvSpPr>
        <p:spPr>
          <a:xfrm>
            <a:off x="23350010" y="4315278"/>
            <a:ext cx="78535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0" name="Shape 1105"/>
          <p:cNvSpPr/>
          <p:nvPr/>
        </p:nvSpPr>
        <p:spPr>
          <a:xfrm>
            <a:off x="23350010" y="43814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1" name="Shape 1106"/>
          <p:cNvSpPr/>
          <p:nvPr/>
        </p:nvSpPr>
        <p:spPr>
          <a:xfrm>
            <a:off x="23428544" y="4315278"/>
            <a:ext cx="476817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2" name="Shape 1107"/>
          <p:cNvSpPr/>
          <p:nvPr/>
        </p:nvSpPr>
        <p:spPr>
          <a:xfrm>
            <a:off x="23428544" y="4381483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3" name="Text 1108"/>
          <p:cNvSpPr/>
          <p:nvPr/>
        </p:nvSpPr>
        <p:spPr>
          <a:xfrm>
            <a:off x="23523794" y="439147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endParaRPr lang="en-US" sz="750" dirty="0"/>
          </a:p>
        </p:txBody>
      </p:sp>
      <p:sp>
        <p:nvSpPr>
          <p:cNvPr id="1184" name="Shape 1109"/>
          <p:cNvSpPr/>
          <p:nvPr/>
        </p:nvSpPr>
        <p:spPr>
          <a:xfrm>
            <a:off x="23905362" y="4315278"/>
            <a:ext cx="538523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5" name="Shape 1110"/>
          <p:cNvSpPr/>
          <p:nvPr/>
        </p:nvSpPr>
        <p:spPr>
          <a:xfrm>
            <a:off x="23905362" y="4381483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6" name="Text 1111"/>
          <p:cNvSpPr/>
          <p:nvPr/>
        </p:nvSpPr>
        <p:spPr>
          <a:xfrm>
            <a:off x="24000612" y="439147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1187" name="Shape 1112"/>
          <p:cNvSpPr/>
          <p:nvPr/>
        </p:nvSpPr>
        <p:spPr>
          <a:xfrm>
            <a:off x="24443885" y="4315278"/>
            <a:ext cx="22438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88" name="Shape 1113"/>
          <p:cNvSpPr/>
          <p:nvPr/>
        </p:nvSpPr>
        <p:spPr>
          <a:xfrm>
            <a:off x="24443885" y="4381483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89" name="Text 1114"/>
          <p:cNvSpPr/>
          <p:nvPr/>
        </p:nvSpPr>
        <p:spPr>
          <a:xfrm>
            <a:off x="24539135" y="439147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</a:t>
            </a:r>
            <a:endParaRPr lang="en-US" sz="750" dirty="0"/>
          </a:p>
        </p:txBody>
      </p:sp>
      <p:sp>
        <p:nvSpPr>
          <p:cNvPr id="1190" name="Shape 1115"/>
          <p:cNvSpPr/>
          <p:nvPr/>
        </p:nvSpPr>
        <p:spPr>
          <a:xfrm>
            <a:off x="24668269" y="4315278"/>
            <a:ext cx="364624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1" name="Shape 1116"/>
          <p:cNvSpPr/>
          <p:nvPr/>
        </p:nvSpPr>
        <p:spPr>
          <a:xfrm>
            <a:off x="24668269" y="4381483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2" name="Text 1117"/>
          <p:cNvSpPr/>
          <p:nvPr/>
        </p:nvSpPr>
        <p:spPr>
          <a:xfrm>
            <a:off x="24763519" y="439147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750" dirty="0"/>
          </a:p>
        </p:txBody>
      </p:sp>
      <p:sp>
        <p:nvSpPr>
          <p:cNvPr id="1193" name="Shape 1118"/>
          <p:cNvSpPr/>
          <p:nvPr/>
        </p:nvSpPr>
        <p:spPr>
          <a:xfrm>
            <a:off x="25032893" y="4315278"/>
            <a:ext cx="28048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4" name="Shape 1119"/>
          <p:cNvSpPr/>
          <p:nvPr/>
        </p:nvSpPr>
        <p:spPr>
          <a:xfrm>
            <a:off x="25032893" y="4381483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5" name="Text 1120"/>
          <p:cNvSpPr/>
          <p:nvPr/>
        </p:nvSpPr>
        <p:spPr>
          <a:xfrm>
            <a:off x="25128143" y="439147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</a:t>
            </a:r>
            <a:endParaRPr lang="en-US" sz="750" dirty="0"/>
          </a:p>
        </p:txBody>
      </p:sp>
      <p:sp>
        <p:nvSpPr>
          <p:cNvPr id="1196" name="Shape 1121"/>
          <p:cNvSpPr/>
          <p:nvPr/>
        </p:nvSpPr>
        <p:spPr>
          <a:xfrm>
            <a:off x="25313374" y="4315278"/>
            <a:ext cx="560961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197" name="Shape 1122"/>
          <p:cNvSpPr/>
          <p:nvPr/>
        </p:nvSpPr>
        <p:spPr>
          <a:xfrm>
            <a:off x="25313374" y="4381483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198" name="Text 1123"/>
          <p:cNvSpPr/>
          <p:nvPr/>
        </p:nvSpPr>
        <p:spPr>
          <a:xfrm>
            <a:off x="25408624" y="4391478"/>
            <a:ext cx="44666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199" name="Shape 1124"/>
          <p:cNvSpPr/>
          <p:nvPr/>
        </p:nvSpPr>
        <p:spPr>
          <a:xfrm>
            <a:off x="25874335" y="4315278"/>
            <a:ext cx="308530" cy="75730"/>
          </a:xfrm>
          <a:prstGeom prst="rect">
            <a:avLst/>
          </a:prstGeom>
          <a:solidFill>
            <a:srgbClr val="141D18"/>
          </a:solidFill>
          <a:ln/>
        </p:spPr>
      </p:sp>
      <p:sp>
        <p:nvSpPr>
          <p:cNvPr id="1200" name="Shape 1125"/>
          <p:cNvSpPr/>
          <p:nvPr/>
        </p:nvSpPr>
        <p:spPr>
          <a:xfrm>
            <a:off x="25874335" y="4381483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1" name="Text 1126"/>
          <p:cNvSpPr/>
          <p:nvPr/>
        </p:nvSpPr>
        <p:spPr>
          <a:xfrm>
            <a:off x="25893385" y="439147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0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CLEANED</a:t>
            </a:r>
            <a:endParaRPr lang="en-US" sz="750" dirty="0"/>
          </a:p>
        </p:txBody>
      </p:sp>
      <p:sp>
        <p:nvSpPr>
          <p:cNvPr id="1202" name="Shape 1127"/>
          <p:cNvSpPr/>
          <p:nvPr/>
        </p:nvSpPr>
        <p:spPr>
          <a:xfrm>
            <a:off x="23350010" y="4474042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3" name="Text 1128"/>
          <p:cNvSpPr/>
          <p:nvPr/>
        </p:nvSpPr>
        <p:spPr>
          <a:xfrm>
            <a:off x="23407160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04" name="Shape 1129"/>
          <p:cNvSpPr/>
          <p:nvPr/>
        </p:nvSpPr>
        <p:spPr>
          <a:xfrm>
            <a:off x="23428544" y="4474042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5" name="Text 1130"/>
          <p:cNvSpPr/>
          <p:nvPr/>
        </p:nvSpPr>
        <p:spPr>
          <a:xfrm>
            <a:off x="23523794" y="44672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May 2026 · 17:42</a:t>
            </a:r>
            <a:endParaRPr lang="en-US" sz="863" dirty="0"/>
          </a:p>
        </p:txBody>
      </p:sp>
      <p:sp>
        <p:nvSpPr>
          <p:cNvPr id="1206" name="Shape 1131"/>
          <p:cNvSpPr/>
          <p:nvPr/>
        </p:nvSpPr>
        <p:spPr>
          <a:xfrm>
            <a:off x="23905362" y="4474042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7" name="Text 1132"/>
          <p:cNvSpPr/>
          <p:nvPr/>
        </p:nvSpPr>
        <p:spPr>
          <a:xfrm>
            <a:off x="24000612" y="44672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C:\Users\op\AppData</a:t>
            </a:r>
            <a:endParaRPr lang="en-US" sz="863" dirty="0"/>
          </a:p>
        </p:txBody>
      </p:sp>
      <p:sp>
        <p:nvSpPr>
          <p:cNvPr id="1208" name="Shape 1133"/>
          <p:cNvSpPr/>
          <p:nvPr/>
        </p:nvSpPr>
        <p:spPr>
          <a:xfrm>
            <a:off x="24443885" y="4474042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09" name="Text 1134"/>
          <p:cNvSpPr/>
          <p:nvPr/>
        </p:nvSpPr>
        <p:spPr>
          <a:xfrm>
            <a:off x="24462935" y="44672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04:28</a:t>
            </a:r>
            <a:endParaRPr lang="en-US" sz="938" dirty="0"/>
          </a:p>
        </p:txBody>
      </p:sp>
      <p:sp>
        <p:nvSpPr>
          <p:cNvPr id="1210" name="Shape 1135"/>
          <p:cNvSpPr/>
          <p:nvPr/>
        </p:nvSpPr>
        <p:spPr>
          <a:xfrm>
            <a:off x="24668269" y="4474042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1" name="Text 1136"/>
          <p:cNvSpPr/>
          <p:nvPr/>
        </p:nvSpPr>
        <p:spPr>
          <a:xfrm>
            <a:off x="24763519" y="44672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12" name="Shape 1137"/>
          <p:cNvSpPr/>
          <p:nvPr/>
        </p:nvSpPr>
        <p:spPr>
          <a:xfrm>
            <a:off x="25032893" y="4474042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3" name="Text 1138"/>
          <p:cNvSpPr/>
          <p:nvPr/>
        </p:nvSpPr>
        <p:spPr>
          <a:xfrm>
            <a:off x="25051943" y="44672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2,418</a:t>
            </a:r>
            <a:endParaRPr lang="en-US" sz="938" dirty="0"/>
          </a:p>
        </p:txBody>
      </p:sp>
      <p:sp>
        <p:nvSpPr>
          <p:cNvPr id="1214" name="Shape 1139"/>
          <p:cNvSpPr/>
          <p:nvPr/>
        </p:nvSpPr>
        <p:spPr>
          <a:xfrm>
            <a:off x="25313374" y="4474042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15" name="Shape 1140"/>
          <p:cNvSpPr/>
          <p:nvPr/>
        </p:nvSpPr>
        <p:spPr>
          <a:xfrm>
            <a:off x="25341423" y="4427471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16" name="Shape 1141"/>
          <p:cNvSpPr/>
          <p:nvPr/>
        </p:nvSpPr>
        <p:spPr>
          <a:xfrm>
            <a:off x="25344227" y="4430276"/>
            <a:ext cx="289552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17" name="Shape 1142"/>
          <p:cNvSpPr/>
          <p:nvPr/>
        </p:nvSpPr>
        <p:spPr>
          <a:xfrm>
            <a:off x="25633780" y="4430276"/>
            <a:ext cx="134762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18" name="Shape 1143"/>
          <p:cNvSpPr/>
          <p:nvPr/>
        </p:nvSpPr>
        <p:spPr>
          <a:xfrm>
            <a:off x="25768541" y="4430276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19" name="Shape 1144"/>
          <p:cNvSpPr/>
          <p:nvPr/>
        </p:nvSpPr>
        <p:spPr>
          <a:xfrm>
            <a:off x="25874335" y="4474042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0" name="Text 1145"/>
          <p:cNvSpPr/>
          <p:nvPr/>
        </p:nvSpPr>
        <p:spPr>
          <a:xfrm>
            <a:off x="25893385" y="44672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938" dirty="0"/>
          </a:p>
        </p:txBody>
      </p:sp>
      <p:sp>
        <p:nvSpPr>
          <p:cNvPr id="1221" name="Shape 1146"/>
          <p:cNvSpPr/>
          <p:nvPr/>
        </p:nvSpPr>
        <p:spPr>
          <a:xfrm>
            <a:off x="23350010" y="4483567"/>
            <a:ext cx="78535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2" name="Shape 1147"/>
          <p:cNvSpPr/>
          <p:nvPr/>
        </p:nvSpPr>
        <p:spPr>
          <a:xfrm>
            <a:off x="23350010" y="456660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3" name="Text 1148"/>
          <p:cNvSpPr/>
          <p:nvPr/>
        </p:nvSpPr>
        <p:spPr>
          <a:xfrm>
            <a:off x="23407160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▾</a:t>
            </a:r>
            <a:endParaRPr lang="en-US" sz="750" dirty="0"/>
          </a:p>
        </p:txBody>
      </p:sp>
      <p:sp>
        <p:nvSpPr>
          <p:cNvPr id="1224" name="Shape 1149"/>
          <p:cNvSpPr/>
          <p:nvPr/>
        </p:nvSpPr>
        <p:spPr>
          <a:xfrm>
            <a:off x="23428544" y="4483567"/>
            <a:ext cx="476817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5" name="Shape 1150"/>
          <p:cNvSpPr/>
          <p:nvPr/>
        </p:nvSpPr>
        <p:spPr>
          <a:xfrm>
            <a:off x="23428544" y="456660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6" name="Text 1151"/>
          <p:cNvSpPr/>
          <p:nvPr/>
        </p:nvSpPr>
        <p:spPr>
          <a:xfrm>
            <a:off x="23523794" y="4559767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May 2026 · 09:12</a:t>
            </a:r>
            <a:endParaRPr lang="en-US" sz="863" dirty="0"/>
          </a:p>
        </p:txBody>
      </p:sp>
      <p:sp>
        <p:nvSpPr>
          <p:cNvPr id="1227" name="Shape 1152"/>
          <p:cNvSpPr/>
          <p:nvPr/>
        </p:nvSpPr>
        <p:spPr>
          <a:xfrm>
            <a:off x="23905362" y="4483567"/>
            <a:ext cx="538523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28" name="Shape 1153"/>
          <p:cNvSpPr/>
          <p:nvPr/>
        </p:nvSpPr>
        <p:spPr>
          <a:xfrm>
            <a:off x="23905362" y="456660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29" name="Text 1154"/>
          <p:cNvSpPr/>
          <p:nvPr/>
        </p:nvSpPr>
        <p:spPr>
          <a:xfrm>
            <a:off x="24000612" y="4559767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 (recursive)</a:t>
            </a:r>
            <a:endParaRPr lang="en-US" sz="863" dirty="0"/>
          </a:p>
        </p:txBody>
      </p:sp>
      <p:sp>
        <p:nvSpPr>
          <p:cNvPr id="1230" name="Shape 1155"/>
          <p:cNvSpPr/>
          <p:nvPr/>
        </p:nvSpPr>
        <p:spPr>
          <a:xfrm>
            <a:off x="24443885" y="4483567"/>
            <a:ext cx="22438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1" name="Shape 1156"/>
          <p:cNvSpPr/>
          <p:nvPr/>
        </p:nvSpPr>
        <p:spPr>
          <a:xfrm>
            <a:off x="24443885" y="456660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2" name="Text 1157"/>
          <p:cNvSpPr/>
          <p:nvPr/>
        </p:nvSpPr>
        <p:spPr>
          <a:xfrm>
            <a:off x="24462935" y="4559767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02:04</a:t>
            </a:r>
            <a:endParaRPr lang="en-US" sz="938" dirty="0"/>
          </a:p>
        </p:txBody>
      </p:sp>
      <p:sp>
        <p:nvSpPr>
          <p:cNvPr id="1233" name="Shape 1158"/>
          <p:cNvSpPr/>
          <p:nvPr/>
        </p:nvSpPr>
        <p:spPr>
          <a:xfrm>
            <a:off x="24668269" y="4483567"/>
            <a:ext cx="364624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4" name="Shape 1159"/>
          <p:cNvSpPr/>
          <p:nvPr/>
        </p:nvSpPr>
        <p:spPr>
          <a:xfrm>
            <a:off x="24668269" y="456660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5" name="Text 1160"/>
          <p:cNvSpPr/>
          <p:nvPr/>
        </p:nvSpPr>
        <p:spPr>
          <a:xfrm>
            <a:off x="24763519" y="4559767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qwen2.5:7b</a:t>
            </a:r>
            <a:endParaRPr lang="en-US" sz="825" dirty="0"/>
          </a:p>
        </p:txBody>
      </p:sp>
      <p:sp>
        <p:nvSpPr>
          <p:cNvPr id="1236" name="Shape 1161"/>
          <p:cNvSpPr/>
          <p:nvPr/>
        </p:nvSpPr>
        <p:spPr>
          <a:xfrm>
            <a:off x="25032893" y="4483567"/>
            <a:ext cx="28048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37" name="Shape 1162"/>
          <p:cNvSpPr/>
          <p:nvPr/>
        </p:nvSpPr>
        <p:spPr>
          <a:xfrm>
            <a:off x="25032893" y="456660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38" name="Text 1163"/>
          <p:cNvSpPr/>
          <p:nvPr/>
        </p:nvSpPr>
        <p:spPr>
          <a:xfrm>
            <a:off x="25051943" y="4559767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812</a:t>
            </a:r>
            <a:endParaRPr lang="en-US" sz="938" dirty="0"/>
          </a:p>
        </p:txBody>
      </p:sp>
      <p:sp>
        <p:nvSpPr>
          <p:cNvPr id="1239" name="Shape 1164"/>
          <p:cNvSpPr/>
          <p:nvPr/>
        </p:nvSpPr>
        <p:spPr>
          <a:xfrm>
            <a:off x="25313374" y="4483567"/>
            <a:ext cx="560961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0" name="Shape 1165"/>
          <p:cNvSpPr/>
          <p:nvPr/>
        </p:nvSpPr>
        <p:spPr>
          <a:xfrm>
            <a:off x="25313374" y="456660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1" name="Shape 1166"/>
          <p:cNvSpPr/>
          <p:nvPr/>
        </p:nvSpPr>
        <p:spPr>
          <a:xfrm>
            <a:off x="25341423" y="45200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42" name="Shape 1167"/>
          <p:cNvSpPr/>
          <p:nvPr/>
        </p:nvSpPr>
        <p:spPr>
          <a:xfrm>
            <a:off x="25344227" y="4522834"/>
            <a:ext cx="35445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43" name="Shape 1168"/>
          <p:cNvSpPr/>
          <p:nvPr/>
        </p:nvSpPr>
        <p:spPr>
          <a:xfrm>
            <a:off x="25698685" y="4522834"/>
            <a:ext cx="109826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44" name="Shape 1169"/>
          <p:cNvSpPr/>
          <p:nvPr/>
        </p:nvSpPr>
        <p:spPr>
          <a:xfrm>
            <a:off x="25808511" y="4522834"/>
            <a:ext cx="3492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45" name="Shape 1170"/>
          <p:cNvSpPr/>
          <p:nvPr/>
        </p:nvSpPr>
        <p:spPr>
          <a:xfrm>
            <a:off x="25874335" y="4483567"/>
            <a:ext cx="308530" cy="9255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6" name="Shape 1171"/>
          <p:cNvSpPr/>
          <p:nvPr/>
        </p:nvSpPr>
        <p:spPr>
          <a:xfrm>
            <a:off x="25874335" y="456660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47" name="Text 1172"/>
          <p:cNvSpPr/>
          <p:nvPr/>
        </p:nvSpPr>
        <p:spPr>
          <a:xfrm>
            <a:off x="25893385" y="4559767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38" dirty="0"/>
          </a:p>
        </p:txBody>
      </p:sp>
      <p:sp>
        <p:nvSpPr>
          <p:cNvPr id="1248" name="Shape 1173"/>
          <p:cNvSpPr/>
          <p:nvPr/>
        </p:nvSpPr>
        <p:spPr>
          <a:xfrm>
            <a:off x="23350010" y="4576126"/>
            <a:ext cx="78535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49" name="Shape 1174"/>
          <p:cNvSpPr/>
          <p:nvPr/>
        </p:nvSpPr>
        <p:spPr>
          <a:xfrm>
            <a:off x="23350010" y="4905983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0" name="Shape 1175"/>
          <p:cNvSpPr/>
          <p:nvPr/>
        </p:nvSpPr>
        <p:spPr>
          <a:xfrm>
            <a:off x="23428544" y="4576126"/>
            <a:ext cx="2754320" cy="339382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251" name="Shape 1176"/>
          <p:cNvSpPr/>
          <p:nvPr/>
        </p:nvSpPr>
        <p:spPr>
          <a:xfrm>
            <a:off x="23428544" y="4905983"/>
            <a:ext cx="275432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52" name="Text 1177"/>
          <p:cNvSpPr/>
          <p:nvPr/>
        </p:nvSpPr>
        <p:spPr>
          <a:xfrm>
            <a:off x="23456591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SCANNED PATHS</a:t>
            </a:r>
            <a:endParaRPr lang="en-US" sz="750" dirty="0"/>
          </a:p>
        </p:txBody>
      </p:sp>
      <p:sp>
        <p:nvSpPr>
          <p:cNvPr id="1253" name="Text 1178"/>
          <p:cNvSpPr/>
          <p:nvPr/>
        </p:nvSpPr>
        <p:spPr>
          <a:xfrm>
            <a:off x="23456591" y="4646246"/>
            <a:ext cx="704478" cy="164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D:\Projects/ D:\Projects\client-x/ D:\Projects\sandbox/</a:t>
            </a:r>
            <a:endParaRPr lang="en-US" sz="900" dirty="0"/>
          </a:p>
        </p:txBody>
      </p:sp>
      <p:sp>
        <p:nvSpPr>
          <p:cNvPr id="1254" name="Text 1179"/>
          <p:cNvSpPr/>
          <p:nvPr/>
        </p:nvSpPr>
        <p:spPr>
          <a:xfrm>
            <a:off x="24146575" y="4598564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EXPLANATION MODE</a:t>
            </a:r>
            <a:endParaRPr lang="en-US" sz="750" dirty="0"/>
          </a:p>
        </p:txBody>
      </p:sp>
      <p:sp>
        <p:nvSpPr>
          <p:cNvPr id="1255" name="Text 1180"/>
          <p:cNvSpPr/>
          <p:nvPr/>
        </p:nvSpPr>
        <p:spPr>
          <a:xfrm>
            <a:off x="24146575" y="4646246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56" name="Text 1181"/>
          <p:cNvSpPr/>
          <p:nvPr/>
        </p:nvSpPr>
        <p:spPr>
          <a:xfrm>
            <a:off x="24146575" y="4699537"/>
            <a:ext cx="70447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AI PROCESSING</a:t>
            </a:r>
            <a:endParaRPr lang="en-US" sz="750" dirty="0"/>
          </a:p>
        </p:txBody>
      </p:sp>
      <p:sp>
        <p:nvSpPr>
          <p:cNvPr id="1257" name="Text 1182"/>
          <p:cNvSpPr/>
          <p:nvPr/>
        </p:nvSpPr>
        <p:spPr>
          <a:xfrm>
            <a:off x="24146575" y="4747219"/>
            <a:ext cx="704476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00:48 · 312 prompts</a:t>
            </a:r>
            <a:endParaRPr lang="en-US" sz="900" dirty="0"/>
          </a:p>
        </p:txBody>
      </p:sp>
      <p:sp>
        <p:nvSpPr>
          <p:cNvPr id="1258" name="Text 1183"/>
          <p:cNvSpPr/>
          <p:nvPr/>
        </p:nvSpPr>
        <p:spPr>
          <a:xfrm>
            <a:off x="24836556" y="4598564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1259" name="Text 1184"/>
          <p:cNvSpPr/>
          <p:nvPr/>
        </p:nvSpPr>
        <p:spPr>
          <a:xfrm>
            <a:off x="24836556" y="4646246"/>
            <a:ext cx="704478" cy="12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safe71% · review22% · risk 7%</a:t>
            </a:r>
            <a:endParaRPr lang="en-US" sz="900" dirty="0"/>
          </a:p>
        </p:txBody>
      </p:sp>
      <p:sp>
        <p:nvSpPr>
          <p:cNvPr id="1260" name="Text 1185"/>
          <p:cNvSpPr/>
          <p:nvPr/>
        </p:nvSpPr>
        <p:spPr>
          <a:xfrm>
            <a:off x="24836556" y="4741609"/>
            <a:ext cx="70447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57685E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CLEANUP SIZE</a:t>
            </a:r>
            <a:endParaRPr lang="en-US" sz="750" dirty="0"/>
          </a:p>
        </p:txBody>
      </p:sp>
      <p:sp>
        <p:nvSpPr>
          <p:cNvPr id="1261" name="Text 1186"/>
          <p:cNvSpPr/>
          <p:nvPr/>
        </p:nvSpPr>
        <p:spPr>
          <a:xfrm>
            <a:off x="24836556" y="4789291"/>
            <a:ext cx="704478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GB</a:t>
            </a:r>
            <a:endParaRPr lang="en-US" sz="900" dirty="0"/>
          </a:p>
        </p:txBody>
      </p:sp>
      <p:sp>
        <p:nvSpPr>
          <p:cNvPr id="1262" name="Shape 1187"/>
          <p:cNvSpPr/>
          <p:nvPr/>
        </p:nvSpPr>
        <p:spPr>
          <a:xfrm>
            <a:off x="25526540" y="4598564"/>
            <a:ext cx="628278" cy="78535"/>
          </a:xfrm>
          <a:prstGeom prst="roundRect">
            <a:avLst>
              <a:gd name="adj" fmla="val 24257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263" name="Text 1188"/>
          <p:cNvSpPr/>
          <p:nvPr/>
        </p:nvSpPr>
        <p:spPr>
          <a:xfrm>
            <a:off x="25530511" y="4621003"/>
            <a:ext cx="3205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Re-open report</a:t>
            </a:r>
            <a:endParaRPr lang="en-US" sz="900" dirty="0"/>
          </a:p>
        </p:txBody>
      </p:sp>
      <p:sp>
        <p:nvSpPr>
          <p:cNvPr id="1264" name="Shape 1189"/>
          <p:cNvSpPr/>
          <p:nvPr/>
        </p:nvSpPr>
        <p:spPr>
          <a:xfrm>
            <a:off x="25526540" y="4693927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5" name="Text 1190"/>
          <p:cNvSpPr/>
          <p:nvPr/>
        </p:nvSpPr>
        <p:spPr>
          <a:xfrm>
            <a:off x="25530511" y="4716366"/>
            <a:ext cx="46449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with same target</a:t>
            </a:r>
            <a:endParaRPr lang="en-US" sz="900" dirty="0"/>
          </a:p>
        </p:txBody>
      </p:sp>
      <p:sp>
        <p:nvSpPr>
          <p:cNvPr id="1266" name="Shape 1191"/>
          <p:cNvSpPr/>
          <p:nvPr/>
        </p:nvSpPr>
        <p:spPr>
          <a:xfrm>
            <a:off x="25526540" y="4789291"/>
            <a:ext cx="628278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267" name="Text 1192"/>
          <p:cNvSpPr/>
          <p:nvPr/>
        </p:nvSpPr>
        <p:spPr>
          <a:xfrm>
            <a:off x="25530511" y="4811730"/>
            <a:ext cx="3271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NDJSON</a:t>
            </a:r>
            <a:endParaRPr lang="en-US" sz="900" dirty="0"/>
          </a:p>
        </p:txBody>
      </p:sp>
      <p:sp>
        <p:nvSpPr>
          <p:cNvPr id="1268" name="Shape 1193"/>
          <p:cNvSpPr/>
          <p:nvPr/>
        </p:nvSpPr>
        <p:spPr>
          <a:xfrm>
            <a:off x="23350010" y="4998541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69" name="Text 1194"/>
          <p:cNvSpPr/>
          <p:nvPr/>
        </p:nvSpPr>
        <p:spPr>
          <a:xfrm>
            <a:off x="23407160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70" name="Shape 1195"/>
          <p:cNvSpPr/>
          <p:nvPr/>
        </p:nvSpPr>
        <p:spPr>
          <a:xfrm>
            <a:off x="23428544" y="4998541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1" name="Text 1196"/>
          <p:cNvSpPr/>
          <p:nvPr/>
        </p:nvSpPr>
        <p:spPr>
          <a:xfrm>
            <a:off x="23523794" y="4991708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May 2026 · 22:08</a:t>
            </a:r>
            <a:endParaRPr lang="en-US" sz="863" dirty="0"/>
          </a:p>
        </p:txBody>
      </p:sp>
      <p:sp>
        <p:nvSpPr>
          <p:cNvPr id="1272" name="Shape 1197"/>
          <p:cNvSpPr/>
          <p:nvPr/>
        </p:nvSpPr>
        <p:spPr>
          <a:xfrm>
            <a:off x="23905362" y="4998541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3" name="Text 1198"/>
          <p:cNvSpPr/>
          <p:nvPr/>
        </p:nvSpPr>
        <p:spPr>
          <a:xfrm>
            <a:off x="24000612" y="4991708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 (full system)</a:t>
            </a:r>
            <a:endParaRPr lang="en-US" sz="863" dirty="0"/>
          </a:p>
        </p:txBody>
      </p:sp>
      <p:sp>
        <p:nvSpPr>
          <p:cNvPr id="1274" name="Shape 1199"/>
          <p:cNvSpPr/>
          <p:nvPr/>
        </p:nvSpPr>
        <p:spPr>
          <a:xfrm>
            <a:off x="24443885" y="4998541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5" name="Text 1200"/>
          <p:cNvSpPr/>
          <p:nvPr/>
        </p:nvSpPr>
        <p:spPr>
          <a:xfrm>
            <a:off x="24462935" y="4991708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08:51</a:t>
            </a:r>
            <a:endParaRPr lang="en-US" sz="938" dirty="0"/>
          </a:p>
        </p:txBody>
      </p:sp>
      <p:sp>
        <p:nvSpPr>
          <p:cNvPr id="1276" name="Shape 1201"/>
          <p:cNvSpPr/>
          <p:nvPr/>
        </p:nvSpPr>
        <p:spPr>
          <a:xfrm>
            <a:off x="24668269" y="4998541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7" name="Text 1202"/>
          <p:cNvSpPr/>
          <p:nvPr/>
        </p:nvSpPr>
        <p:spPr>
          <a:xfrm>
            <a:off x="24763519" y="4991708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278" name="Shape 1203"/>
          <p:cNvSpPr/>
          <p:nvPr/>
        </p:nvSpPr>
        <p:spPr>
          <a:xfrm>
            <a:off x="25032893" y="4998541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79" name="Text 1204"/>
          <p:cNvSpPr/>
          <p:nvPr/>
        </p:nvSpPr>
        <p:spPr>
          <a:xfrm>
            <a:off x="25051943" y="4991708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5,094</a:t>
            </a:r>
            <a:endParaRPr lang="en-US" sz="938" dirty="0"/>
          </a:p>
        </p:txBody>
      </p:sp>
      <p:sp>
        <p:nvSpPr>
          <p:cNvPr id="1280" name="Shape 1205"/>
          <p:cNvSpPr/>
          <p:nvPr/>
        </p:nvSpPr>
        <p:spPr>
          <a:xfrm>
            <a:off x="25313374" y="4998541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1" name="Shape 1206"/>
          <p:cNvSpPr/>
          <p:nvPr/>
        </p:nvSpPr>
        <p:spPr>
          <a:xfrm>
            <a:off x="25341423" y="4951970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282" name="Shape 1207"/>
          <p:cNvSpPr/>
          <p:nvPr/>
        </p:nvSpPr>
        <p:spPr>
          <a:xfrm>
            <a:off x="25344227" y="4954775"/>
            <a:ext cx="319485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283" name="Shape 1208"/>
          <p:cNvSpPr/>
          <p:nvPr/>
        </p:nvSpPr>
        <p:spPr>
          <a:xfrm>
            <a:off x="25663713" y="4954775"/>
            <a:ext cx="119818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284" name="Shape 1209"/>
          <p:cNvSpPr/>
          <p:nvPr/>
        </p:nvSpPr>
        <p:spPr>
          <a:xfrm>
            <a:off x="25783531" y="4954775"/>
            <a:ext cx="59908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285" name="Shape 1210"/>
          <p:cNvSpPr/>
          <p:nvPr/>
        </p:nvSpPr>
        <p:spPr>
          <a:xfrm>
            <a:off x="25874335" y="4998541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6" name="Text 1211"/>
          <p:cNvSpPr/>
          <p:nvPr/>
        </p:nvSpPr>
        <p:spPr>
          <a:xfrm>
            <a:off x="25893385" y="4991708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GB</a:t>
            </a:r>
            <a:endParaRPr lang="en-US" sz="938" dirty="0"/>
          </a:p>
        </p:txBody>
      </p:sp>
      <p:sp>
        <p:nvSpPr>
          <p:cNvPr id="1287" name="Shape 1212"/>
          <p:cNvSpPr/>
          <p:nvPr/>
        </p:nvSpPr>
        <p:spPr>
          <a:xfrm>
            <a:off x="23350010" y="5091100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88" name="Text 1213"/>
          <p:cNvSpPr/>
          <p:nvPr/>
        </p:nvSpPr>
        <p:spPr>
          <a:xfrm>
            <a:off x="23407160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289" name="Shape 1214"/>
          <p:cNvSpPr/>
          <p:nvPr/>
        </p:nvSpPr>
        <p:spPr>
          <a:xfrm>
            <a:off x="23428544" y="5091100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0" name="Text 1215"/>
          <p:cNvSpPr/>
          <p:nvPr/>
        </p:nvSpPr>
        <p:spPr>
          <a:xfrm>
            <a:off x="23523794" y="5084266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Apr 2026 · 14:31</a:t>
            </a:r>
            <a:endParaRPr lang="en-US" sz="863" dirty="0"/>
          </a:p>
        </p:txBody>
      </p:sp>
      <p:sp>
        <p:nvSpPr>
          <p:cNvPr id="1291" name="Shape 1216"/>
          <p:cNvSpPr/>
          <p:nvPr/>
        </p:nvSpPr>
        <p:spPr>
          <a:xfrm>
            <a:off x="23905362" y="5091100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2" name="Text 1217"/>
          <p:cNvSpPr/>
          <p:nvPr/>
        </p:nvSpPr>
        <p:spPr>
          <a:xfrm>
            <a:off x="24000612" y="5084266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%TEMP% (quick)</a:t>
            </a:r>
            <a:endParaRPr lang="en-US" sz="863" dirty="0"/>
          </a:p>
        </p:txBody>
      </p:sp>
      <p:sp>
        <p:nvSpPr>
          <p:cNvPr id="1293" name="Shape 1218"/>
          <p:cNvSpPr/>
          <p:nvPr/>
        </p:nvSpPr>
        <p:spPr>
          <a:xfrm>
            <a:off x="24443885" y="5091100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4" name="Text 1219"/>
          <p:cNvSpPr/>
          <p:nvPr/>
        </p:nvSpPr>
        <p:spPr>
          <a:xfrm>
            <a:off x="24462935" y="508426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00:32</a:t>
            </a:r>
            <a:endParaRPr lang="en-US" sz="938" dirty="0"/>
          </a:p>
        </p:txBody>
      </p:sp>
      <p:sp>
        <p:nvSpPr>
          <p:cNvPr id="1295" name="Shape 1220"/>
          <p:cNvSpPr/>
          <p:nvPr/>
        </p:nvSpPr>
        <p:spPr>
          <a:xfrm>
            <a:off x="24668269" y="5091100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6" name="Text 1221"/>
          <p:cNvSpPr/>
          <p:nvPr/>
        </p:nvSpPr>
        <p:spPr>
          <a:xfrm>
            <a:off x="24763519" y="5084266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825" dirty="0"/>
          </a:p>
        </p:txBody>
      </p:sp>
      <p:sp>
        <p:nvSpPr>
          <p:cNvPr id="1297" name="Shape 1222"/>
          <p:cNvSpPr/>
          <p:nvPr/>
        </p:nvSpPr>
        <p:spPr>
          <a:xfrm>
            <a:off x="25032893" y="5091100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298" name="Text 1223"/>
          <p:cNvSpPr/>
          <p:nvPr/>
        </p:nvSpPr>
        <p:spPr>
          <a:xfrm>
            <a:off x="25051943" y="5084266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</a:t>
            </a:r>
            <a:endParaRPr lang="en-US" sz="938" dirty="0"/>
          </a:p>
        </p:txBody>
      </p:sp>
      <p:sp>
        <p:nvSpPr>
          <p:cNvPr id="1299" name="Shape 1224"/>
          <p:cNvSpPr/>
          <p:nvPr/>
        </p:nvSpPr>
        <p:spPr>
          <a:xfrm>
            <a:off x="25313374" y="5091100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0" name="Shape 1225"/>
          <p:cNvSpPr/>
          <p:nvPr/>
        </p:nvSpPr>
        <p:spPr>
          <a:xfrm>
            <a:off x="25341423" y="5044529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01" name="Shape 1226"/>
          <p:cNvSpPr/>
          <p:nvPr/>
        </p:nvSpPr>
        <p:spPr>
          <a:xfrm>
            <a:off x="25344227" y="5047333"/>
            <a:ext cx="499256" cy="1122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02" name="Shape 1227"/>
          <p:cNvSpPr/>
          <p:nvPr/>
        </p:nvSpPr>
        <p:spPr>
          <a:xfrm>
            <a:off x="25874335" y="5091100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3" name="Text 1228"/>
          <p:cNvSpPr/>
          <p:nvPr/>
        </p:nvSpPr>
        <p:spPr>
          <a:xfrm>
            <a:off x="25893385" y="5084266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 GB</a:t>
            </a:r>
            <a:endParaRPr lang="en-US" sz="938" dirty="0"/>
          </a:p>
        </p:txBody>
      </p:sp>
      <p:sp>
        <p:nvSpPr>
          <p:cNvPr id="1304" name="Shape 1229"/>
          <p:cNvSpPr/>
          <p:nvPr/>
        </p:nvSpPr>
        <p:spPr>
          <a:xfrm>
            <a:off x="23350010" y="5183659"/>
            <a:ext cx="7853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5" name="Text 1230"/>
          <p:cNvSpPr/>
          <p:nvPr/>
        </p:nvSpPr>
        <p:spPr>
          <a:xfrm>
            <a:off x="23407160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50" dirty="0"/>
          </a:p>
        </p:txBody>
      </p:sp>
      <p:sp>
        <p:nvSpPr>
          <p:cNvPr id="1306" name="Shape 1231"/>
          <p:cNvSpPr/>
          <p:nvPr/>
        </p:nvSpPr>
        <p:spPr>
          <a:xfrm>
            <a:off x="23428544" y="5183659"/>
            <a:ext cx="4768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7" name="Text 1232"/>
          <p:cNvSpPr/>
          <p:nvPr/>
        </p:nvSpPr>
        <p:spPr>
          <a:xfrm>
            <a:off x="23523794" y="5176825"/>
            <a:ext cx="36251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Apr 2026 · 11:09</a:t>
            </a:r>
            <a:endParaRPr lang="en-US" sz="863" dirty="0"/>
          </a:p>
        </p:txBody>
      </p:sp>
      <p:sp>
        <p:nvSpPr>
          <p:cNvPr id="1308" name="Shape 1233"/>
          <p:cNvSpPr/>
          <p:nvPr/>
        </p:nvSpPr>
        <p:spPr>
          <a:xfrm>
            <a:off x="23905362" y="5183659"/>
            <a:ext cx="53852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09" name="Text 1234"/>
          <p:cNvSpPr/>
          <p:nvPr/>
        </p:nvSpPr>
        <p:spPr>
          <a:xfrm>
            <a:off x="24000612" y="5176825"/>
            <a:ext cx="42422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E:\Downloads</a:t>
            </a:r>
            <a:endParaRPr lang="en-US" sz="863" dirty="0"/>
          </a:p>
        </p:txBody>
      </p:sp>
      <p:sp>
        <p:nvSpPr>
          <p:cNvPr id="1310" name="Shape 1235"/>
          <p:cNvSpPr/>
          <p:nvPr/>
        </p:nvSpPr>
        <p:spPr>
          <a:xfrm>
            <a:off x="24443885" y="5183659"/>
            <a:ext cx="22438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1" name="Text 1236"/>
          <p:cNvSpPr/>
          <p:nvPr/>
        </p:nvSpPr>
        <p:spPr>
          <a:xfrm>
            <a:off x="24462935" y="5176825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01:18</a:t>
            </a:r>
            <a:endParaRPr lang="en-US" sz="938" dirty="0"/>
          </a:p>
        </p:txBody>
      </p:sp>
      <p:sp>
        <p:nvSpPr>
          <p:cNvPr id="1312" name="Shape 1237"/>
          <p:cNvSpPr/>
          <p:nvPr/>
        </p:nvSpPr>
        <p:spPr>
          <a:xfrm>
            <a:off x="24668269" y="5183659"/>
            <a:ext cx="364624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3" name="Text 1238"/>
          <p:cNvSpPr/>
          <p:nvPr/>
        </p:nvSpPr>
        <p:spPr>
          <a:xfrm>
            <a:off x="24763519" y="5176825"/>
            <a:ext cx="25032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825" dirty="0"/>
          </a:p>
        </p:txBody>
      </p:sp>
      <p:sp>
        <p:nvSpPr>
          <p:cNvPr id="1314" name="Shape 1239"/>
          <p:cNvSpPr/>
          <p:nvPr/>
        </p:nvSpPr>
        <p:spPr>
          <a:xfrm>
            <a:off x="25032893" y="5183659"/>
            <a:ext cx="28048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5" name="Text 1240"/>
          <p:cNvSpPr/>
          <p:nvPr/>
        </p:nvSpPr>
        <p:spPr>
          <a:xfrm>
            <a:off x="25051943" y="5176825"/>
            <a:ext cx="166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287</a:t>
            </a:r>
            <a:endParaRPr lang="en-US" sz="938" dirty="0"/>
          </a:p>
        </p:txBody>
      </p:sp>
      <p:sp>
        <p:nvSpPr>
          <p:cNvPr id="1316" name="Shape 1241"/>
          <p:cNvSpPr/>
          <p:nvPr/>
        </p:nvSpPr>
        <p:spPr>
          <a:xfrm>
            <a:off x="25313374" y="5183659"/>
            <a:ext cx="5609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17" name="Shape 1242"/>
          <p:cNvSpPr/>
          <p:nvPr/>
        </p:nvSpPr>
        <p:spPr>
          <a:xfrm>
            <a:off x="25341423" y="5137087"/>
            <a:ext cx="504865" cy="16829"/>
          </a:xfrm>
          <a:prstGeom prst="rect">
            <a:avLst/>
          </a:prstGeom>
          <a:solidFill>
            <a:srgbClr val="080D0A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18" name="Shape 1243"/>
          <p:cNvSpPr/>
          <p:nvPr/>
        </p:nvSpPr>
        <p:spPr>
          <a:xfrm>
            <a:off x="25344227" y="5139892"/>
            <a:ext cx="199667" cy="11219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19" name="Shape 1244"/>
          <p:cNvSpPr/>
          <p:nvPr/>
        </p:nvSpPr>
        <p:spPr>
          <a:xfrm>
            <a:off x="25543894" y="5139892"/>
            <a:ext cx="224647" cy="11219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320" name="Shape 1245"/>
          <p:cNvSpPr/>
          <p:nvPr/>
        </p:nvSpPr>
        <p:spPr>
          <a:xfrm>
            <a:off x="25768541" y="5139892"/>
            <a:ext cx="74854" cy="11219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321" name="Shape 1246"/>
          <p:cNvSpPr/>
          <p:nvPr/>
        </p:nvSpPr>
        <p:spPr>
          <a:xfrm>
            <a:off x="25874335" y="5183659"/>
            <a:ext cx="30853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2" name="Text 1247"/>
          <p:cNvSpPr/>
          <p:nvPr/>
        </p:nvSpPr>
        <p:spPr>
          <a:xfrm>
            <a:off x="25893385" y="5176825"/>
            <a:ext cx="19423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 GB</a:t>
            </a:r>
            <a:endParaRPr lang="en-US" sz="938" dirty="0"/>
          </a:p>
        </p:txBody>
      </p:sp>
      <p:pic>
        <p:nvPicPr>
          <p:cNvPr id="1323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448155" y="3175396"/>
            <a:ext cx="85723" cy="123825"/>
          </a:xfrm>
          <a:prstGeom prst="rect">
            <a:avLst/>
          </a:prstGeom>
        </p:spPr>
      </p:pic>
      <p:sp>
        <p:nvSpPr>
          <p:cNvPr id="1324" name="Text 1248"/>
          <p:cNvSpPr/>
          <p:nvPr/>
        </p:nvSpPr>
        <p:spPr>
          <a:xfrm>
            <a:off x="26667228" y="3165870"/>
            <a:ext cx="870498" cy="1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3C322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</a:t>
            </a:r>
            <a:endParaRPr lang="en-US" sz="1125" dirty="0"/>
          </a:p>
        </p:txBody>
      </p:sp>
      <p:sp>
        <p:nvSpPr>
          <p:cNvPr id="1325" name="Shape 1249"/>
          <p:cNvSpPr/>
          <p:nvPr/>
        </p:nvSpPr>
        <p:spPr>
          <a:xfrm>
            <a:off x="26421273" y="3389692"/>
            <a:ext cx="3590153" cy="229994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26" name="Shape 1250"/>
          <p:cNvSpPr/>
          <p:nvPr/>
        </p:nvSpPr>
        <p:spPr>
          <a:xfrm>
            <a:off x="26421273" y="3389692"/>
            <a:ext cx="3590153" cy="2299942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27" name="Shape 1251"/>
          <p:cNvSpPr/>
          <p:nvPr/>
        </p:nvSpPr>
        <p:spPr>
          <a:xfrm>
            <a:off x="26421273" y="3389692"/>
            <a:ext cx="3590153" cy="89754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28" name="Shape 1252"/>
          <p:cNvSpPr/>
          <p:nvPr/>
        </p:nvSpPr>
        <p:spPr>
          <a:xfrm>
            <a:off x="26421273" y="3469921"/>
            <a:ext cx="3590153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29" name="Shape 1253"/>
          <p:cNvSpPr/>
          <p:nvPr/>
        </p:nvSpPr>
        <p:spPr>
          <a:xfrm>
            <a:off x="26449320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0" name="Shape 1254"/>
          <p:cNvSpPr/>
          <p:nvPr/>
        </p:nvSpPr>
        <p:spPr>
          <a:xfrm>
            <a:off x="26497004" y="3417740"/>
            <a:ext cx="30852" cy="30853"/>
          </a:xfrm>
          <a:prstGeom prst="roundRect">
            <a:avLst>
              <a:gd name="adj" fmla="val 30873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1" name="Shape 1255"/>
          <p:cNvSpPr/>
          <p:nvPr/>
        </p:nvSpPr>
        <p:spPr>
          <a:xfrm>
            <a:off x="26544684" y="3417740"/>
            <a:ext cx="30854" cy="30853"/>
          </a:xfrm>
          <a:prstGeom prst="roundRect">
            <a:avLst>
              <a:gd name="adj" fmla="val 30872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32" name="Text 1256"/>
          <p:cNvSpPr/>
          <p:nvPr/>
        </p:nvSpPr>
        <p:spPr>
          <a:xfrm>
            <a:off x="26571094" y="3413533"/>
            <a:ext cx="2555474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333" name="Text 1257"/>
          <p:cNvSpPr/>
          <p:nvPr/>
        </p:nvSpPr>
        <p:spPr>
          <a:xfrm>
            <a:off x="29122127" y="3414935"/>
            <a:ext cx="36548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334" name="Text 1258"/>
          <p:cNvSpPr/>
          <p:nvPr/>
        </p:nvSpPr>
        <p:spPr>
          <a:xfrm>
            <a:off x="29450684" y="3414935"/>
            <a:ext cx="36544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335" name="Text 1259"/>
          <p:cNvSpPr/>
          <p:nvPr/>
        </p:nvSpPr>
        <p:spPr>
          <a:xfrm>
            <a:off x="29779196" y="3414935"/>
            <a:ext cx="28038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336" name="Shape 1260"/>
          <p:cNvSpPr/>
          <p:nvPr/>
        </p:nvSpPr>
        <p:spPr>
          <a:xfrm>
            <a:off x="26421273" y="3479446"/>
            <a:ext cx="549743" cy="2210188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337" name="Shape 1261"/>
          <p:cNvSpPr/>
          <p:nvPr/>
        </p:nvSpPr>
        <p:spPr>
          <a:xfrm>
            <a:off x="26961492" y="3479446"/>
            <a:ext cx="9525" cy="2210188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38" name="Shape 1262"/>
          <p:cNvSpPr/>
          <p:nvPr/>
        </p:nvSpPr>
        <p:spPr>
          <a:xfrm>
            <a:off x="26421273" y="3660648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33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460541" y="3539749"/>
            <a:ext cx="72926" cy="72925"/>
          </a:xfrm>
          <a:prstGeom prst="rect">
            <a:avLst/>
          </a:prstGeom>
        </p:spPr>
      </p:pic>
      <p:sp>
        <p:nvSpPr>
          <p:cNvPr id="1340" name="Text 1263"/>
          <p:cNvSpPr/>
          <p:nvPr/>
        </p:nvSpPr>
        <p:spPr>
          <a:xfrm>
            <a:off x="26561514" y="3529932"/>
            <a:ext cx="316536" cy="88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341" name="Text 1264"/>
          <p:cNvSpPr/>
          <p:nvPr/>
        </p:nvSpPr>
        <p:spPr>
          <a:xfrm>
            <a:off x="26561514" y="3591638"/>
            <a:ext cx="3165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342" name="Text 1265"/>
          <p:cNvSpPr/>
          <p:nvPr/>
        </p:nvSpPr>
        <p:spPr>
          <a:xfrm>
            <a:off x="26573673" y="3825961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343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6471759" y="3803401"/>
            <a:ext cx="39267" cy="39267"/>
          </a:xfrm>
          <a:prstGeom prst="rect">
            <a:avLst/>
          </a:prstGeom>
        </p:spPr>
      </p:pic>
      <p:sp>
        <p:nvSpPr>
          <p:cNvPr id="1344" name="Text 1266"/>
          <p:cNvSpPr/>
          <p:nvPr/>
        </p:nvSpPr>
        <p:spPr>
          <a:xfrm>
            <a:off x="26539075" y="3799194"/>
            <a:ext cx="17498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345" name="Text 1267"/>
          <p:cNvSpPr/>
          <p:nvPr/>
        </p:nvSpPr>
        <p:spPr>
          <a:xfrm>
            <a:off x="26880955" y="3804804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34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471759" y="3890350"/>
            <a:ext cx="39267" cy="39267"/>
          </a:xfrm>
          <a:prstGeom prst="rect">
            <a:avLst/>
          </a:prstGeom>
        </p:spPr>
      </p:pic>
      <p:sp>
        <p:nvSpPr>
          <p:cNvPr id="1347" name="Text 1268"/>
          <p:cNvSpPr/>
          <p:nvPr/>
        </p:nvSpPr>
        <p:spPr>
          <a:xfrm>
            <a:off x="26539075" y="3886143"/>
            <a:ext cx="315002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348" name="Text 1269"/>
          <p:cNvSpPr/>
          <p:nvPr/>
        </p:nvSpPr>
        <p:spPr>
          <a:xfrm>
            <a:off x="26880955" y="3891753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34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471759" y="3977299"/>
            <a:ext cx="39267" cy="39267"/>
          </a:xfrm>
          <a:prstGeom prst="rect">
            <a:avLst/>
          </a:prstGeom>
        </p:spPr>
      </p:pic>
      <p:sp>
        <p:nvSpPr>
          <p:cNvPr id="1350" name="Text 1270"/>
          <p:cNvSpPr/>
          <p:nvPr/>
        </p:nvSpPr>
        <p:spPr>
          <a:xfrm>
            <a:off x="26539075" y="3973092"/>
            <a:ext cx="205353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351" name="Text 1271"/>
          <p:cNvSpPr/>
          <p:nvPr/>
        </p:nvSpPr>
        <p:spPr>
          <a:xfrm>
            <a:off x="26880955" y="3978702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35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471759" y="4064248"/>
            <a:ext cx="39267" cy="39267"/>
          </a:xfrm>
          <a:prstGeom prst="rect">
            <a:avLst/>
          </a:prstGeom>
        </p:spPr>
      </p:pic>
      <p:sp>
        <p:nvSpPr>
          <p:cNvPr id="1353" name="Text 1272"/>
          <p:cNvSpPr/>
          <p:nvPr/>
        </p:nvSpPr>
        <p:spPr>
          <a:xfrm>
            <a:off x="26539075" y="4060041"/>
            <a:ext cx="215871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354" name="Text 1273"/>
          <p:cNvSpPr/>
          <p:nvPr/>
        </p:nvSpPr>
        <p:spPr>
          <a:xfrm>
            <a:off x="26880955" y="4065651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355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6471759" y="4151197"/>
            <a:ext cx="39267" cy="39267"/>
          </a:xfrm>
          <a:prstGeom prst="rect">
            <a:avLst/>
          </a:prstGeom>
        </p:spPr>
      </p:pic>
      <p:sp>
        <p:nvSpPr>
          <p:cNvPr id="1356" name="Text 1274"/>
          <p:cNvSpPr/>
          <p:nvPr/>
        </p:nvSpPr>
        <p:spPr>
          <a:xfrm>
            <a:off x="26539075" y="4146990"/>
            <a:ext cx="217098" cy="85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357" name="Text 1275"/>
          <p:cNvSpPr/>
          <p:nvPr/>
        </p:nvSpPr>
        <p:spPr>
          <a:xfrm>
            <a:off x="26880955" y="415259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358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6471759" y="4238147"/>
            <a:ext cx="39267" cy="39267"/>
          </a:xfrm>
          <a:prstGeom prst="rect">
            <a:avLst/>
          </a:prstGeom>
        </p:spPr>
      </p:pic>
      <p:sp>
        <p:nvSpPr>
          <p:cNvPr id="1359" name="Text 1276"/>
          <p:cNvSpPr/>
          <p:nvPr/>
        </p:nvSpPr>
        <p:spPr>
          <a:xfrm>
            <a:off x="26539075" y="4233939"/>
            <a:ext cx="194923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360" name="Text 1277"/>
          <p:cNvSpPr/>
          <p:nvPr/>
        </p:nvSpPr>
        <p:spPr>
          <a:xfrm>
            <a:off x="26880955" y="4239549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361" name="Text 1278"/>
          <p:cNvSpPr/>
          <p:nvPr/>
        </p:nvSpPr>
        <p:spPr>
          <a:xfrm>
            <a:off x="26573673" y="4434604"/>
            <a:ext cx="31833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362" name="Shape 1279"/>
          <p:cNvSpPr/>
          <p:nvPr/>
        </p:nvSpPr>
        <p:spPr>
          <a:xfrm>
            <a:off x="26421273" y="4388204"/>
            <a:ext cx="546936" cy="86949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363" name="Shape 1280"/>
          <p:cNvSpPr/>
          <p:nvPr/>
        </p:nvSpPr>
        <p:spPr>
          <a:xfrm>
            <a:off x="26421273" y="4388204"/>
            <a:ext cx="19050" cy="86949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36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6471759" y="4412044"/>
            <a:ext cx="39267" cy="39267"/>
          </a:xfrm>
          <a:prstGeom prst="rect">
            <a:avLst/>
          </a:prstGeom>
        </p:spPr>
      </p:pic>
      <p:sp>
        <p:nvSpPr>
          <p:cNvPr id="1365" name="Text 1281"/>
          <p:cNvSpPr/>
          <p:nvPr/>
        </p:nvSpPr>
        <p:spPr>
          <a:xfrm>
            <a:off x="26539075" y="4407837"/>
            <a:ext cx="211006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66" name="Text 1282"/>
          <p:cNvSpPr/>
          <p:nvPr/>
        </p:nvSpPr>
        <p:spPr>
          <a:xfrm>
            <a:off x="26880955" y="4413447"/>
            <a:ext cx="12418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367" name="Shape 1283"/>
          <p:cNvSpPr/>
          <p:nvPr/>
        </p:nvSpPr>
        <p:spPr>
          <a:xfrm>
            <a:off x="26421273" y="5455433"/>
            <a:ext cx="546936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68" name="Shape 1284"/>
          <p:cNvSpPr/>
          <p:nvPr/>
        </p:nvSpPr>
        <p:spPr>
          <a:xfrm>
            <a:off x="26460541" y="5503115"/>
            <a:ext cx="16829" cy="16829"/>
          </a:xfrm>
          <a:prstGeom prst="ellipse">
            <a:avLst/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369" name="Text 1285"/>
          <p:cNvSpPr/>
          <p:nvPr/>
        </p:nvSpPr>
        <p:spPr>
          <a:xfrm>
            <a:off x="26494199" y="5494700"/>
            <a:ext cx="33139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370" name="Text 1286"/>
          <p:cNvSpPr/>
          <p:nvPr/>
        </p:nvSpPr>
        <p:spPr>
          <a:xfrm>
            <a:off x="26460541" y="5535370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371" name="Text 1287"/>
          <p:cNvSpPr/>
          <p:nvPr/>
        </p:nvSpPr>
        <p:spPr>
          <a:xfrm>
            <a:off x="26460541" y="5578844"/>
            <a:ext cx="544602" cy="8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372" name="Shape 1288"/>
          <p:cNvSpPr/>
          <p:nvPr/>
        </p:nvSpPr>
        <p:spPr>
          <a:xfrm>
            <a:off x="26971017" y="3479446"/>
            <a:ext cx="3040410" cy="2210188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3" name="Shape 1289"/>
          <p:cNvSpPr/>
          <p:nvPr/>
        </p:nvSpPr>
        <p:spPr>
          <a:xfrm>
            <a:off x="26971017" y="3479446"/>
            <a:ext cx="3040410" cy="1570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374" name="Shape 1290"/>
          <p:cNvSpPr/>
          <p:nvPr/>
        </p:nvSpPr>
        <p:spPr>
          <a:xfrm>
            <a:off x="26971017" y="3626990"/>
            <a:ext cx="3040410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75" name="Text 1291"/>
          <p:cNvSpPr/>
          <p:nvPr/>
        </p:nvSpPr>
        <p:spPr>
          <a:xfrm>
            <a:off x="27032722" y="3508896"/>
            <a:ext cx="1160476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376" name="Text 1292"/>
          <p:cNvSpPr/>
          <p:nvPr/>
        </p:nvSpPr>
        <p:spPr>
          <a:xfrm>
            <a:off x="27032722" y="3564992"/>
            <a:ext cx="1160476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377" name="Shape 1293"/>
          <p:cNvSpPr/>
          <p:nvPr/>
        </p:nvSpPr>
        <p:spPr>
          <a:xfrm>
            <a:off x="29647679" y="3517311"/>
            <a:ext cx="302042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378" name="Text 1294"/>
          <p:cNvSpPr/>
          <p:nvPr/>
        </p:nvSpPr>
        <p:spPr>
          <a:xfrm>
            <a:off x="29651651" y="3539749"/>
            <a:ext cx="29409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79" name="Shape 1295"/>
          <p:cNvSpPr/>
          <p:nvPr/>
        </p:nvSpPr>
        <p:spPr>
          <a:xfrm>
            <a:off x="27032722" y="3778450"/>
            <a:ext cx="291699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0" name="Shape 1296"/>
          <p:cNvSpPr/>
          <p:nvPr/>
        </p:nvSpPr>
        <p:spPr>
          <a:xfrm>
            <a:off x="27032722" y="3768925"/>
            <a:ext cx="204574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381" name="Text 1297"/>
          <p:cNvSpPr/>
          <p:nvPr/>
        </p:nvSpPr>
        <p:spPr>
          <a:xfrm>
            <a:off x="27166072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382" name="Text 1298"/>
          <p:cNvSpPr/>
          <p:nvPr/>
        </p:nvSpPr>
        <p:spPr>
          <a:xfrm>
            <a:off x="27370646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383" name="Text 1299"/>
          <p:cNvSpPr/>
          <p:nvPr/>
        </p:nvSpPr>
        <p:spPr>
          <a:xfrm>
            <a:off x="27486697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384" name="Text 1300"/>
          <p:cNvSpPr/>
          <p:nvPr/>
        </p:nvSpPr>
        <p:spPr>
          <a:xfrm>
            <a:off x="2764323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85" name="Text 1301"/>
          <p:cNvSpPr/>
          <p:nvPr/>
        </p:nvSpPr>
        <p:spPr>
          <a:xfrm>
            <a:off x="27870778" y="3783946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386" name="Shape 1302"/>
          <p:cNvSpPr/>
          <p:nvPr/>
        </p:nvSpPr>
        <p:spPr>
          <a:xfrm>
            <a:off x="27032722" y="3838461"/>
            <a:ext cx="140902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387" name="Shape 1303"/>
          <p:cNvSpPr/>
          <p:nvPr/>
        </p:nvSpPr>
        <p:spPr>
          <a:xfrm>
            <a:off x="27035527" y="393551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88" name="Text 1304"/>
          <p:cNvSpPr/>
          <p:nvPr/>
        </p:nvSpPr>
        <p:spPr>
          <a:xfrm>
            <a:off x="27074794" y="3872119"/>
            <a:ext cx="346951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389" name="Text 1305"/>
          <p:cNvSpPr/>
          <p:nvPr/>
        </p:nvSpPr>
        <p:spPr>
          <a:xfrm>
            <a:off x="27373592" y="3874924"/>
            <a:ext cx="24632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390" name="Shape 1306"/>
          <p:cNvSpPr/>
          <p:nvPr/>
        </p:nvSpPr>
        <p:spPr>
          <a:xfrm>
            <a:off x="27074794" y="414728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391" name="Text 1307"/>
          <p:cNvSpPr/>
          <p:nvPr/>
        </p:nvSpPr>
        <p:spPr>
          <a:xfrm>
            <a:off x="27074794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392" name="Text 1308"/>
          <p:cNvSpPr/>
          <p:nvPr/>
        </p:nvSpPr>
        <p:spPr>
          <a:xfrm>
            <a:off x="27074794" y="4079675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393" name="Shape 1309"/>
          <p:cNvSpPr/>
          <p:nvPr/>
        </p:nvSpPr>
        <p:spPr>
          <a:xfrm>
            <a:off x="27686240" y="4012359"/>
            <a:ext cx="142608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394" name="Text 1310"/>
          <p:cNvSpPr/>
          <p:nvPr/>
        </p:nvSpPr>
        <p:spPr>
          <a:xfrm>
            <a:off x="27714290" y="4026383"/>
            <a:ext cx="1627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395" name="Shape 1311"/>
          <p:cNvSpPr/>
          <p:nvPr/>
        </p:nvSpPr>
        <p:spPr>
          <a:xfrm>
            <a:off x="27845677" y="4012359"/>
            <a:ext cx="150540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6" name="Text 1312"/>
          <p:cNvSpPr/>
          <p:nvPr/>
        </p:nvSpPr>
        <p:spPr>
          <a:xfrm>
            <a:off x="27873724" y="4026383"/>
            <a:ext cx="170643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397" name="Shape 1313"/>
          <p:cNvSpPr/>
          <p:nvPr/>
        </p:nvSpPr>
        <p:spPr>
          <a:xfrm>
            <a:off x="28013046" y="4012359"/>
            <a:ext cx="19107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398" name="Text 1314"/>
          <p:cNvSpPr/>
          <p:nvPr/>
        </p:nvSpPr>
        <p:spPr>
          <a:xfrm>
            <a:off x="28041093" y="4026383"/>
            <a:ext cx="21118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399" name="Shape 1315"/>
          <p:cNvSpPr/>
          <p:nvPr/>
        </p:nvSpPr>
        <p:spPr>
          <a:xfrm>
            <a:off x="28220952" y="4012359"/>
            <a:ext cx="14159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0" name="Text 1316"/>
          <p:cNvSpPr/>
          <p:nvPr/>
        </p:nvSpPr>
        <p:spPr>
          <a:xfrm>
            <a:off x="28248999" y="4026383"/>
            <a:ext cx="16170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401" name="Shape 1317"/>
          <p:cNvSpPr/>
          <p:nvPr/>
        </p:nvSpPr>
        <p:spPr>
          <a:xfrm>
            <a:off x="27074794" y="431977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2" name="Text 1318"/>
          <p:cNvSpPr/>
          <p:nvPr/>
        </p:nvSpPr>
        <p:spPr>
          <a:xfrm>
            <a:off x="27074794" y="419607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403" name="Text 1319"/>
          <p:cNvSpPr/>
          <p:nvPr/>
        </p:nvSpPr>
        <p:spPr>
          <a:xfrm>
            <a:off x="27074794" y="4252170"/>
            <a:ext cx="637161" cy="8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404" name="Shape 1320"/>
          <p:cNvSpPr/>
          <p:nvPr/>
        </p:nvSpPr>
        <p:spPr>
          <a:xfrm>
            <a:off x="27686240" y="4184855"/>
            <a:ext cx="713431" cy="92558"/>
          </a:xfrm>
          <a:prstGeom prst="roundRect">
            <a:avLst>
              <a:gd name="adj" fmla="val 2058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5" name="Shape 1321"/>
          <p:cNvSpPr/>
          <p:nvPr/>
        </p:nvSpPr>
        <p:spPr>
          <a:xfrm>
            <a:off x="27074794" y="449227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06" name="Text 1322"/>
          <p:cNvSpPr/>
          <p:nvPr/>
        </p:nvSpPr>
        <p:spPr>
          <a:xfrm>
            <a:off x="27074794" y="436857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407" name="Text 1323"/>
          <p:cNvSpPr/>
          <p:nvPr/>
        </p:nvSpPr>
        <p:spPr>
          <a:xfrm>
            <a:off x="27074794" y="442466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408" name="Shape 1324"/>
          <p:cNvSpPr/>
          <p:nvPr/>
        </p:nvSpPr>
        <p:spPr>
          <a:xfrm>
            <a:off x="27686240" y="4357351"/>
            <a:ext cx="89755" cy="50486"/>
          </a:xfrm>
          <a:prstGeom prst="roundRect">
            <a:avLst>
              <a:gd name="adj" fmla="val 37733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09" name="Shape 1325"/>
          <p:cNvSpPr/>
          <p:nvPr/>
        </p:nvSpPr>
        <p:spPr>
          <a:xfrm>
            <a:off x="27691852" y="436296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10" name="Text 1326"/>
          <p:cNvSpPr/>
          <p:nvPr/>
        </p:nvSpPr>
        <p:spPr>
          <a:xfrm>
            <a:off x="27798433" y="4364363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11" name="Shape 1327"/>
          <p:cNvSpPr/>
          <p:nvPr/>
        </p:nvSpPr>
        <p:spPr>
          <a:xfrm>
            <a:off x="27074794" y="4711048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2" name="Text 1328"/>
          <p:cNvSpPr/>
          <p:nvPr/>
        </p:nvSpPr>
        <p:spPr>
          <a:xfrm>
            <a:off x="27074794" y="454106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413" name="Text 1329"/>
          <p:cNvSpPr/>
          <p:nvPr/>
        </p:nvSpPr>
        <p:spPr>
          <a:xfrm>
            <a:off x="27074794" y="4597162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414" name="Shape 1330"/>
          <p:cNvSpPr/>
          <p:nvPr/>
        </p:nvSpPr>
        <p:spPr>
          <a:xfrm>
            <a:off x="27686240" y="4529846"/>
            <a:ext cx="89755" cy="50487"/>
          </a:xfrm>
          <a:prstGeom prst="roundRect">
            <a:avLst>
              <a:gd name="adj" fmla="val 37732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15" name="Shape 1331"/>
          <p:cNvSpPr/>
          <p:nvPr/>
        </p:nvSpPr>
        <p:spPr>
          <a:xfrm>
            <a:off x="27731119" y="4535456"/>
            <a:ext cx="39267" cy="39267"/>
          </a:xfrm>
          <a:prstGeom prst="roundRect">
            <a:avLst>
              <a:gd name="adj" fmla="val 24257"/>
            </a:avLst>
          </a:prstGeom>
          <a:solidFill>
            <a:srgbClr val="080D0A"/>
          </a:solidFill>
          <a:ln/>
        </p:spPr>
      </p:sp>
      <p:sp>
        <p:nvSpPr>
          <p:cNvPr id="1416" name="Text 1332"/>
          <p:cNvSpPr/>
          <p:nvPr/>
        </p:nvSpPr>
        <p:spPr>
          <a:xfrm>
            <a:off x="27798433" y="4536859"/>
            <a:ext cx="114300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417" name="Shape 1333"/>
          <p:cNvSpPr/>
          <p:nvPr/>
        </p:nvSpPr>
        <p:spPr>
          <a:xfrm>
            <a:off x="28486619" y="3838461"/>
            <a:ext cx="1463101" cy="1016743"/>
          </a:xfrm>
          <a:prstGeom prst="roundRect">
            <a:avLst>
              <a:gd name="adj" fmla="val 1874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18" name="Shape 1334"/>
          <p:cNvSpPr/>
          <p:nvPr/>
        </p:nvSpPr>
        <p:spPr>
          <a:xfrm>
            <a:off x="28489424" y="393551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19" name="Text 1335"/>
          <p:cNvSpPr/>
          <p:nvPr/>
        </p:nvSpPr>
        <p:spPr>
          <a:xfrm>
            <a:off x="28528691" y="3872119"/>
            <a:ext cx="268900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420" name="Text 1336"/>
          <p:cNvSpPr/>
          <p:nvPr/>
        </p:nvSpPr>
        <p:spPr>
          <a:xfrm>
            <a:off x="28749438" y="3874924"/>
            <a:ext cx="161265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421" name="Shape 1337"/>
          <p:cNvSpPr/>
          <p:nvPr/>
        </p:nvSpPr>
        <p:spPr>
          <a:xfrm>
            <a:off x="28528691" y="4193561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2" name="Text 1338"/>
          <p:cNvSpPr/>
          <p:nvPr/>
        </p:nvSpPr>
        <p:spPr>
          <a:xfrm>
            <a:off x="28528691" y="4023579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423" name="Text 1339"/>
          <p:cNvSpPr/>
          <p:nvPr/>
        </p:nvSpPr>
        <p:spPr>
          <a:xfrm>
            <a:off x="28528691" y="407967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424" name="Shape 1340"/>
          <p:cNvSpPr/>
          <p:nvPr/>
        </p:nvSpPr>
        <p:spPr>
          <a:xfrm>
            <a:off x="29140140" y="4012359"/>
            <a:ext cx="767509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5" name="Shape 1341"/>
          <p:cNvSpPr/>
          <p:nvPr/>
        </p:nvSpPr>
        <p:spPr>
          <a:xfrm>
            <a:off x="28528691" y="4412336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26" name="Text 1342"/>
          <p:cNvSpPr/>
          <p:nvPr/>
        </p:nvSpPr>
        <p:spPr>
          <a:xfrm>
            <a:off x="28528691" y="4242353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427" name="Text 1343"/>
          <p:cNvSpPr/>
          <p:nvPr/>
        </p:nvSpPr>
        <p:spPr>
          <a:xfrm>
            <a:off x="28528691" y="4298450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428" name="Shape 1344"/>
          <p:cNvSpPr/>
          <p:nvPr/>
        </p:nvSpPr>
        <p:spPr>
          <a:xfrm>
            <a:off x="29140140" y="4231134"/>
            <a:ext cx="767509" cy="92559"/>
          </a:xfrm>
          <a:prstGeom prst="roundRect">
            <a:avLst>
              <a:gd name="adj" fmla="val 20581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29" name="Shape 1345"/>
          <p:cNvSpPr/>
          <p:nvPr/>
        </p:nvSpPr>
        <p:spPr>
          <a:xfrm>
            <a:off x="28528691" y="4631112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30" name="Text 1346"/>
          <p:cNvSpPr/>
          <p:nvPr/>
        </p:nvSpPr>
        <p:spPr>
          <a:xfrm>
            <a:off x="28528691" y="446112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431" name="Text 1347"/>
          <p:cNvSpPr/>
          <p:nvPr/>
        </p:nvSpPr>
        <p:spPr>
          <a:xfrm>
            <a:off x="28528691" y="4517225"/>
            <a:ext cx="637161" cy="13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432" name="Shape 1348"/>
          <p:cNvSpPr/>
          <p:nvPr/>
        </p:nvSpPr>
        <p:spPr>
          <a:xfrm>
            <a:off x="29140140" y="4449909"/>
            <a:ext cx="182707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3" name="Text 1349"/>
          <p:cNvSpPr/>
          <p:nvPr/>
        </p:nvSpPr>
        <p:spPr>
          <a:xfrm>
            <a:off x="29168187" y="4463933"/>
            <a:ext cx="20281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434" name="Shape 1350"/>
          <p:cNvSpPr/>
          <p:nvPr/>
        </p:nvSpPr>
        <p:spPr>
          <a:xfrm>
            <a:off x="29339674" y="4449909"/>
            <a:ext cx="187265" cy="58901"/>
          </a:xfrm>
          <a:prstGeom prst="roundRect">
            <a:avLst>
              <a:gd name="adj" fmla="val 32342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435" name="Text 1351"/>
          <p:cNvSpPr/>
          <p:nvPr/>
        </p:nvSpPr>
        <p:spPr>
          <a:xfrm>
            <a:off x="29367724" y="4463933"/>
            <a:ext cx="20736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436" name="Shape 1352"/>
          <p:cNvSpPr/>
          <p:nvPr/>
        </p:nvSpPr>
        <p:spPr>
          <a:xfrm>
            <a:off x="29543769" y="4449909"/>
            <a:ext cx="191033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7" name="Text 1353"/>
          <p:cNvSpPr/>
          <p:nvPr/>
        </p:nvSpPr>
        <p:spPr>
          <a:xfrm>
            <a:off x="29571816" y="4463933"/>
            <a:ext cx="21113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438" name="Shape 1354"/>
          <p:cNvSpPr/>
          <p:nvPr/>
        </p:nvSpPr>
        <p:spPr>
          <a:xfrm>
            <a:off x="29751631" y="4449909"/>
            <a:ext cx="156018" cy="58901"/>
          </a:xfrm>
          <a:prstGeom prst="roundRect">
            <a:avLst>
              <a:gd name="adj" fmla="val 3234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39" name="Text 1355"/>
          <p:cNvSpPr/>
          <p:nvPr/>
        </p:nvSpPr>
        <p:spPr>
          <a:xfrm>
            <a:off x="29779680" y="4463933"/>
            <a:ext cx="176119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440" name="Shape 1356"/>
          <p:cNvSpPr/>
          <p:nvPr/>
        </p:nvSpPr>
        <p:spPr>
          <a:xfrm>
            <a:off x="28528691" y="4803607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1" name="Text 1357"/>
          <p:cNvSpPr/>
          <p:nvPr/>
        </p:nvSpPr>
        <p:spPr>
          <a:xfrm>
            <a:off x="28528691" y="4679904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442" name="Text 1358"/>
          <p:cNvSpPr/>
          <p:nvPr/>
        </p:nvSpPr>
        <p:spPr>
          <a:xfrm>
            <a:off x="28528691" y="4736000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443" name="Shape 1359"/>
          <p:cNvSpPr/>
          <p:nvPr/>
        </p:nvSpPr>
        <p:spPr>
          <a:xfrm>
            <a:off x="29145749" y="4674294"/>
            <a:ext cx="504865" cy="44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4" name="Text 1360"/>
          <p:cNvSpPr/>
          <p:nvPr/>
        </p:nvSpPr>
        <p:spPr>
          <a:xfrm>
            <a:off x="29608072" y="4675697"/>
            <a:ext cx="216440" cy="8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445" name="Shape 1361"/>
          <p:cNvSpPr/>
          <p:nvPr/>
        </p:nvSpPr>
        <p:spPr>
          <a:xfrm>
            <a:off x="27032722" y="4900081"/>
            <a:ext cx="140902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46" name="Shape 1362"/>
          <p:cNvSpPr/>
          <p:nvPr/>
        </p:nvSpPr>
        <p:spPr>
          <a:xfrm>
            <a:off x="27035527" y="4997139"/>
            <a:ext cx="140341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47" name="Text 1363"/>
          <p:cNvSpPr/>
          <p:nvPr/>
        </p:nvSpPr>
        <p:spPr>
          <a:xfrm>
            <a:off x="27074794" y="4933738"/>
            <a:ext cx="417772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448" name="Text 1364"/>
          <p:cNvSpPr/>
          <p:nvPr/>
        </p:nvSpPr>
        <p:spPr>
          <a:xfrm>
            <a:off x="27444413" y="4936543"/>
            <a:ext cx="195318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449" name="Shape 1365"/>
          <p:cNvSpPr/>
          <p:nvPr/>
        </p:nvSpPr>
        <p:spPr>
          <a:xfrm>
            <a:off x="27074794" y="5454322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50" name="Text 1366"/>
          <p:cNvSpPr/>
          <p:nvPr/>
        </p:nvSpPr>
        <p:spPr>
          <a:xfrm>
            <a:off x="27074794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451" name="Text 1367"/>
          <p:cNvSpPr/>
          <p:nvPr/>
        </p:nvSpPr>
        <p:spPr>
          <a:xfrm>
            <a:off x="27074794" y="5141294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452" name="Shape 1368"/>
          <p:cNvSpPr/>
          <p:nvPr/>
        </p:nvSpPr>
        <p:spPr>
          <a:xfrm>
            <a:off x="27686240" y="5073979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3" name="Text 1369"/>
          <p:cNvSpPr/>
          <p:nvPr/>
        </p:nvSpPr>
        <p:spPr>
          <a:xfrm>
            <a:off x="27771965" y="5140654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454" name="Shape 1370"/>
          <p:cNvSpPr/>
          <p:nvPr/>
        </p:nvSpPr>
        <p:spPr>
          <a:xfrm>
            <a:off x="27686240" y="5163733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5" name="Text 1371"/>
          <p:cNvSpPr/>
          <p:nvPr/>
        </p:nvSpPr>
        <p:spPr>
          <a:xfrm>
            <a:off x="27771965" y="5230408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456" name="Shape 1372"/>
          <p:cNvSpPr/>
          <p:nvPr/>
        </p:nvSpPr>
        <p:spPr>
          <a:xfrm>
            <a:off x="27686240" y="5253487"/>
            <a:ext cx="713431" cy="78534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57" name="Text 1373"/>
          <p:cNvSpPr/>
          <p:nvPr/>
        </p:nvSpPr>
        <p:spPr>
          <a:xfrm>
            <a:off x="27771965" y="5320162"/>
            <a:ext cx="618181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458" name="Shape 1374"/>
          <p:cNvSpPr/>
          <p:nvPr/>
        </p:nvSpPr>
        <p:spPr>
          <a:xfrm>
            <a:off x="27686240" y="5354460"/>
            <a:ext cx="255415" cy="78535"/>
          </a:xfrm>
          <a:prstGeom prst="roundRect">
            <a:avLst>
              <a:gd name="adj" fmla="val 24257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59" name="Text 1375"/>
          <p:cNvSpPr/>
          <p:nvPr/>
        </p:nvSpPr>
        <p:spPr>
          <a:xfrm>
            <a:off x="27690214" y="5376898"/>
            <a:ext cx="24746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460" name="Shape 1376"/>
          <p:cNvSpPr/>
          <p:nvPr/>
        </p:nvSpPr>
        <p:spPr>
          <a:xfrm>
            <a:off x="27074794" y="5673097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1" name="Text 1377"/>
          <p:cNvSpPr/>
          <p:nvPr/>
        </p:nvSpPr>
        <p:spPr>
          <a:xfrm>
            <a:off x="27074794" y="550311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462" name="Text 1378"/>
          <p:cNvSpPr/>
          <p:nvPr/>
        </p:nvSpPr>
        <p:spPr>
          <a:xfrm>
            <a:off x="27074794" y="5559211"/>
            <a:ext cx="637161" cy="13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463" name="Shape 1379"/>
          <p:cNvSpPr/>
          <p:nvPr/>
        </p:nvSpPr>
        <p:spPr>
          <a:xfrm>
            <a:off x="27686240" y="5491895"/>
            <a:ext cx="713431" cy="86949"/>
          </a:xfrm>
          <a:prstGeom prst="roundRect">
            <a:avLst>
              <a:gd name="adj" fmla="val 2190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4" name="Shape 1380"/>
          <p:cNvSpPr/>
          <p:nvPr/>
        </p:nvSpPr>
        <p:spPr>
          <a:xfrm>
            <a:off x="27074794" y="5845593"/>
            <a:ext cx="132487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65" name="Text 1381"/>
          <p:cNvSpPr/>
          <p:nvPr/>
        </p:nvSpPr>
        <p:spPr>
          <a:xfrm>
            <a:off x="27074794" y="5721890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466" name="Text 1382"/>
          <p:cNvSpPr/>
          <p:nvPr/>
        </p:nvSpPr>
        <p:spPr>
          <a:xfrm>
            <a:off x="27074794" y="5777986"/>
            <a:ext cx="637161" cy="8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467" name="Shape 1383"/>
          <p:cNvSpPr/>
          <p:nvPr/>
        </p:nvSpPr>
        <p:spPr>
          <a:xfrm>
            <a:off x="27686240" y="5710670"/>
            <a:ext cx="89755" cy="50487"/>
          </a:xfrm>
          <a:prstGeom prst="roundRect">
            <a:avLst>
              <a:gd name="adj" fmla="val 377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468" name="Shape 1384"/>
          <p:cNvSpPr/>
          <p:nvPr/>
        </p:nvSpPr>
        <p:spPr>
          <a:xfrm>
            <a:off x="27691852" y="5716280"/>
            <a:ext cx="39267" cy="39267"/>
          </a:xfrm>
          <a:prstGeom prst="roundRect">
            <a:avLst>
              <a:gd name="adj" fmla="val 24257"/>
            </a:avLst>
          </a:prstGeom>
          <a:solidFill>
            <a:srgbClr val="57685E"/>
          </a:solidFill>
          <a:ln/>
        </p:spPr>
      </p:sp>
      <p:sp>
        <p:nvSpPr>
          <p:cNvPr id="1469" name="Text 1385"/>
          <p:cNvSpPr/>
          <p:nvPr/>
        </p:nvSpPr>
        <p:spPr>
          <a:xfrm>
            <a:off x="27798433" y="5717682"/>
            <a:ext cx="127257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470" name="Shape 1386"/>
          <p:cNvSpPr/>
          <p:nvPr/>
        </p:nvSpPr>
        <p:spPr>
          <a:xfrm>
            <a:off x="28486619" y="4900081"/>
            <a:ext cx="1463101" cy="997109"/>
          </a:xfrm>
          <a:prstGeom prst="roundRect">
            <a:avLst>
              <a:gd name="adj" fmla="val 1911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471" name="Shape 1387"/>
          <p:cNvSpPr/>
          <p:nvPr/>
        </p:nvSpPr>
        <p:spPr>
          <a:xfrm>
            <a:off x="28489424" y="4997139"/>
            <a:ext cx="1457492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2" name="Text 1388"/>
          <p:cNvSpPr/>
          <p:nvPr/>
        </p:nvSpPr>
        <p:spPr>
          <a:xfrm>
            <a:off x="28528691" y="4933738"/>
            <a:ext cx="209648" cy="7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473" name="Text 1389"/>
          <p:cNvSpPr/>
          <p:nvPr/>
        </p:nvSpPr>
        <p:spPr>
          <a:xfrm>
            <a:off x="28690186" y="4936543"/>
            <a:ext cx="212322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474" name="Shape 1390"/>
          <p:cNvSpPr/>
          <p:nvPr/>
        </p:nvSpPr>
        <p:spPr>
          <a:xfrm>
            <a:off x="28528691" y="515140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5" name="Text 1391"/>
          <p:cNvSpPr/>
          <p:nvPr/>
        </p:nvSpPr>
        <p:spPr>
          <a:xfrm>
            <a:off x="28528691" y="5085198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476" name="Text 1392"/>
          <p:cNvSpPr/>
          <p:nvPr/>
        </p:nvSpPr>
        <p:spPr>
          <a:xfrm>
            <a:off x="29140140" y="5073979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477" name="Shape 1393"/>
          <p:cNvSpPr/>
          <p:nvPr/>
        </p:nvSpPr>
        <p:spPr>
          <a:xfrm>
            <a:off x="28528691" y="5266400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78" name="Text 1394"/>
          <p:cNvSpPr/>
          <p:nvPr/>
        </p:nvSpPr>
        <p:spPr>
          <a:xfrm>
            <a:off x="28528691" y="5200195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479" name="Text 1395"/>
          <p:cNvSpPr/>
          <p:nvPr/>
        </p:nvSpPr>
        <p:spPr>
          <a:xfrm>
            <a:off x="29140140" y="5188976"/>
            <a:ext cx="843709" cy="8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480" name="Shape 1396"/>
          <p:cNvSpPr/>
          <p:nvPr/>
        </p:nvSpPr>
        <p:spPr>
          <a:xfrm>
            <a:off x="28528691" y="5437493"/>
            <a:ext cx="137895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481" name="Text 1397"/>
          <p:cNvSpPr/>
          <p:nvPr/>
        </p:nvSpPr>
        <p:spPr>
          <a:xfrm>
            <a:off x="28528691" y="5315192"/>
            <a:ext cx="637161" cy="8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482" name="Shape 1398"/>
          <p:cNvSpPr/>
          <p:nvPr/>
        </p:nvSpPr>
        <p:spPr>
          <a:xfrm>
            <a:off x="29140140" y="5303973"/>
            <a:ext cx="256682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3" name="Text 1399"/>
          <p:cNvSpPr/>
          <p:nvPr/>
        </p:nvSpPr>
        <p:spPr>
          <a:xfrm>
            <a:off x="29144112" y="5326412"/>
            <a:ext cx="248738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484" name="Shape 1400"/>
          <p:cNvSpPr/>
          <p:nvPr/>
        </p:nvSpPr>
        <p:spPr>
          <a:xfrm>
            <a:off x="29413651" y="5303973"/>
            <a:ext cx="208038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5" name="Text 1401"/>
          <p:cNvSpPr/>
          <p:nvPr/>
        </p:nvSpPr>
        <p:spPr>
          <a:xfrm>
            <a:off x="29417623" y="5326412"/>
            <a:ext cx="200095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486" name="Shape 1402"/>
          <p:cNvSpPr/>
          <p:nvPr/>
        </p:nvSpPr>
        <p:spPr>
          <a:xfrm>
            <a:off x="29638519" y="5303973"/>
            <a:ext cx="269130" cy="112192"/>
          </a:xfrm>
          <a:prstGeom prst="roundRect">
            <a:avLst>
              <a:gd name="adj" fmla="val 16980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487" name="Text 1403"/>
          <p:cNvSpPr/>
          <p:nvPr/>
        </p:nvSpPr>
        <p:spPr>
          <a:xfrm>
            <a:off x="29642491" y="5326412"/>
            <a:ext cx="261186" cy="1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488" name="Text 1404"/>
          <p:cNvSpPr/>
          <p:nvPr/>
        </p:nvSpPr>
        <p:spPr>
          <a:xfrm>
            <a:off x="28528691" y="5528358"/>
            <a:ext cx="1455158" cy="132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489" name="Shape 1405"/>
          <p:cNvSpPr/>
          <p:nvPr/>
        </p:nvSpPr>
        <p:spPr>
          <a:xfrm>
            <a:off x="17735550" y="7886700"/>
            <a:ext cx="2686050" cy="3314700"/>
          </a:xfrm>
          <a:prstGeom prst="roundRect">
            <a:avLst>
              <a:gd name="adj" fmla="val 4965"/>
            </a:avLst>
          </a:prstGeom>
          <a:solidFill>
            <a:srgbClr val="FAF9F7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1490" name="Text 1406"/>
          <p:cNvSpPr/>
          <p:nvPr/>
        </p:nvSpPr>
        <p:spPr>
          <a:xfrm>
            <a:off x="17878425" y="8016180"/>
            <a:ext cx="45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1491" name="Text 1407"/>
          <p:cNvSpPr/>
          <p:nvPr/>
        </p:nvSpPr>
        <p:spPr>
          <a:xfrm>
            <a:off x="20145375" y="8001000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492" name="Shape 1408"/>
          <p:cNvSpPr/>
          <p:nvPr/>
        </p:nvSpPr>
        <p:spPr>
          <a:xfrm>
            <a:off x="17878425" y="8410575"/>
            <a:ext cx="2400300" cy="533400"/>
          </a:xfrm>
          <a:prstGeom prst="roundRect">
            <a:avLst>
              <a:gd name="adj" fmla="val 7143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93" name="Shape 1409"/>
          <p:cNvSpPr/>
          <p:nvPr/>
        </p:nvSpPr>
        <p:spPr>
          <a:xfrm>
            <a:off x="18002250" y="85344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94" name="Shape 1410"/>
          <p:cNvSpPr/>
          <p:nvPr/>
        </p:nvSpPr>
        <p:spPr>
          <a:xfrm>
            <a:off x="18011775" y="8543925"/>
            <a:ext cx="266700" cy="13335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495" name="Shape 1411"/>
          <p:cNvSpPr/>
          <p:nvPr/>
        </p:nvSpPr>
        <p:spPr>
          <a:xfrm>
            <a:off x="18011775" y="8677275"/>
            <a:ext cx="88850" cy="1333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496" name="Shape 1412"/>
          <p:cNvSpPr/>
          <p:nvPr/>
        </p:nvSpPr>
        <p:spPr>
          <a:xfrm>
            <a:off x="18100625" y="8677275"/>
            <a:ext cx="88999" cy="133350"/>
          </a:xfrm>
          <a:prstGeom prst="rect">
            <a:avLst/>
          </a:prstGeom>
          <a:solidFill>
            <a:srgbClr val="D8B46A"/>
          </a:solidFill>
          <a:ln/>
        </p:spPr>
      </p:sp>
      <p:sp>
        <p:nvSpPr>
          <p:cNvPr id="1497" name="Shape 1413"/>
          <p:cNvSpPr/>
          <p:nvPr/>
        </p:nvSpPr>
        <p:spPr>
          <a:xfrm>
            <a:off x="18189625" y="8677275"/>
            <a:ext cx="88850" cy="133350"/>
          </a:xfrm>
          <a:prstGeom prst="rect">
            <a:avLst/>
          </a:prstGeom>
          <a:solidFill>
            <a:srgbClr val="D68A78"/>
          </a:solidFill>
          <a:ln/>
        </p:spPr>
      </p:sp>
      <p:sp>
        <p:nvSpPr>
          <p:cNvPr id="1498" name="Text 1414"/>
          <p:cNvSpPr/>
          <p:nvPr/>
        </p:nvSpPr>
        <p:spPr>
          <a:xfrm>
            <a:off x="18402300" y="8515350"/>
            <a:ext cx="9294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975" dirty="0"/>
          </a:p>
        </p:txBody>
      </p:sp>
      <p:sp>
        <p:nvSpPr>
          <p:cNvPr id="1499" name="Text 1415"/>
          <p:cNvSpPr/>
          <p:nvPr/>
        </p:nvSpPr>
        <p:spPr>
          <a:xfrm>
            <a:off x="18402300" y="8696325"/>
            <a:ext cx="9294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green tactical</a:t>
            </a:r>
            <a:endParaRPr lang="en-US" sz="825" dirty="0"/>
          </a:p>
        </p:txBody>
      </p:sp>
      <p:sp>
        <p:nvSpPr>
          <p:cNvPr id="1500" name="Text 1416"/>
          <p:cNvSpPr/>
          <p:nvPr/>
        </p:nvSpPr>
        <p:spPr>
          <a:xfrm>
            <a:off x="19812000" y="8615363"/>
            <a:ext cx="419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</a:t>
            </a:r>
            <a:endParaRPr lang="en-US" sz="750" dirty="0"/>
          </a:p>
        </p:txBody>
      </p:sp>
      <p:sp>
        <p:nvSpPr>
          <p:cNvPr id="1501" name="Shape 1417"/>
          <p:cNvSpPr/>
          <p:nvPr/>
        </p:nvSpPr>
        <p:spPr>
          <a:xfrm>
            <a:off x="17878425" y="90963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2" name="Shape 1418"/>
          <p:cNvSpPr/>
          <p:nvPr/>
        </p:nvSpPr>
        <p:spPr>
          <a:xfrm>
            <a:off x="18002250" y="92202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03" name="Shape 1419"/>
          <p:cNvSpPr/>
          <p:nvPr/>
        </p:nvSpPr>
        <p:spPr>
          <a:xfrm>
            <a:off x="18011775" y="9229725"/>
            <a:ext cx="266700" cy="13335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1504" name="Shape 1420"/>
          <p:cNvSpPr/>
          <p:nvPr/>
        </p:nvSpPr>
        <p:spPr>
          <a:xfrm>
            <a:off x="18011775" y="9363075"/>
            <a:ext cx="88850" cy="133350"/>
          </a:xfrm>
          <a:prstGeom prst="rect">
            <a:avLst/>
          </a:prstGeom>
          <a:solidFill>
            <a:srgbClr val="E8B169"/>
          </a:solidFill>
          <a:ln/>
        </p:spPr>
      </p:sp>
      <p:sp>
        <p:nvSpPr>
          <p:cNvPr id="1505" name="Shape 1421"/>
          <p:cNvSpPr/>
          <p:nvPr/>
        </p:nvSpPr>
        <p:spPr>
          <a:xfrm>
            <a:off x="18100625" y="9363075"/>
            <a:ext cx="88999" cy="133350"/>
          </a:xfrm>
          <a:prstGeom prst="rect">
            <a:avLst/>
          </a:prstGeom>
          <a:solidFill>
            <a:srgbClr val="B9C66E"/>
          </a:solidFill>
          <a:ln/>
        </p:spPr>
      </p:sp>
      <p:sp>
        <p:nvSpPr>
          <p:cNvPr id="1506" name="Shape 1422"/>
          <p:cNvSpPr/>
          <p:nvPr/>
        </p:nvSpPr>
        <p:spPr>
          <a:xfrm>
            <a:off x="18189625" y="9363075"/>
            <a:ext cx="88850" cy="133350"/>
          </a:xfrm>
          <a:prstGeom prst="rect">
            <a:avLst/>
          </a:prstGeom>
          <a:solidFill>
            <a:srgbClr val="D27A5C"/>
          </a:solidFill>
          <a:ln/>
        </p:spPr>
      </p:sp>
      <p:sp>
        <p:nvSpPr>
          <p:cNvPr id="1507" name="Text 1423"/>
          <p:cNvSpPr/>
          <p:nvPr/>
        </p:nvSpPr>
        <p:spPr>
          <a:xfrm>
            <a:off x="18402300" y="9201150"/>
            <a:ext cx="741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975" dirty="0"/>
          </a:p>
        </p:txBody>
      </p:sp>
      <p:sp>
        <p:nvSpPr>
          <p:cNvPr id="1508" name="Text 1424"/>
          <p:cNvSpPr/>
          <p:nvPr/>
        </p:nvSpPr>
        <p:spPr>
          <a:xfrm>
            <a:off x="18402300" y="9382125"/>
            <a:ext cx="741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terminal</a:t>
            </a:r>
            <a:endParaRPr lang="en-US" sz="825" dirty="0"/>
          </a:p>
        </p:txBody>
      </p:sp>
      <p:sp>
        <p:nvSpPr>
          <p:cNvPr id="1509" name="Shape 1425"/>
          <p:cNvSpPr/>
          <p:nvPr/>
        </p:nvSpPr>
        <p:spPr>
          <a:xfrm>
            <a:off x="17878425" y="97821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0" name="Shape 1426"/>
          <p:cNvSpPr/>
          <p:nvPr/>
        </p:nvSpPr>
        <p:spPr>
          <a:xfrm>
            <a:off x="18002250" y="99060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1" name="Shape 1427"/>
          <p:cNvSpPr/>
          <p:nvPr/>
        </p:nvSpPr>
        <p:spPr>
          <a:xfrm>
            <a:off x="18011775" y="9915525"/>
            <a:ext cx="266700" cy="1333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12" name="Shape 1428"/>
          <p:cNvSpPr/>
          <p:nvPr/>
        </p:nvSpPr>
        <p:spPr>
          <a:xfrm>
            <a:off x="18011775" y="10048875"/>
            <a:ext cx="88850" cy="133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3" name="Shape 1429"/>
          <p:cNvSpPr/>
          <p:nvPr/>
        </p:nvSpPr>
        <p:spPr>
          <a:xfrm>
            <a:off x="18100625" y="10048875"/>
            <a:ext cx="88999" cy="13335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514" name="Shape 1430"/>
          <p:cNvSpPr/>
          <p:nvPr/>
        </p:nvSpPr>
        <p:spPr>
          <a:xfrm>
            <a:off x="18189625" y="10048875"/>
            <a:ext cx="88850" cy="13335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515" name="Text 1431"/>
          <p:cNvSpPr/>
          <p:nvPr/>
        </p:nvSpPr>
        <p:spPr>
          <a:xfrm>
            <a:off x="18402300" y="9886950"/>
            <a:ext cx="8635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</a:t>
            </a:r>
            <a:endParaRPr lang="en-US" sz="975" dirty="0"/>
          </a:p>
        </p:txBody>
      </p:sp>
      <p:sp>
        <p:nvSpPr>
          <p:cNvPr id="1516" name="Text 1432"/>
          <p:cNvSpPr/>
          <p:nvPr/>
        </p:nvSpPr>
        <p:spPr>
          <a:xfrm>
            <a:off x="18402300" y="10067925"/>
            <a:ext cx="8635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ink</a:t>
            </a:r>
            <a:endParaRPr lang="en-US" sz="825" dirty="0"/>
          </a:p>
        </p:txBody>
      </p:sp>
      <p:sp>
        <p:nvSpPr>
          <p:cNvPr id="1517" name="Shape 1433"/>
          <p:cNvSpPr/>
          <p:nvPr/>
        </p:nvSpPr>
        <p:spPr>
          <a:xfrm>
            <a:off x="17878425" y="10467975"/>
            <a:ext cx="2400300" cy="533400"/>
          </a:xfrm>
          <a:prstGeom prst="roundRect">
            <a:avLst>
              <a:gd name="adj" fmla="val 7143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8" name="Shape 1434"/>
          <p:cNvSpPr/>
          <p:nvPr/>
        </p:nvSpPr>
        <p:spPr>
          <a:xfrm>
            <a:off x="18002250" y="10591800"/>
            <a:ext cx="285750" cy="285750"/>
          </a:xfrm>
          <a:prstGeom prst="roundRect">
            <a:avLst>
              <a:gd name="adj" fmla="val 10000"/>
            </a:avLst>
          </a:prstGeom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19" name="Shape 1435"/>
          <p:cNvSpPr/>
          <p:nvPr/>
        </p:nvSpPr>
        <p:spPr>
          <a:xfrm>
            <a:off x="18011775" y="10601325"/>
            <a:ext cx="266700" cy="133350"/>
          </a:xfrm>
          <a:prstGeom prst="rect">
            <a:avLst/>
          </a:prstGeom>
          <a:solidFill>
            <a:srgbClr val="F1ECE1"/>
          </a:solidFill>
          <a:ln/>
        </p:spPr>
      </p:sp>
      <p:sp>
        <p:nvSpPr>
          <p:cNvPr id="1520" name="Shape 1436"/>
          <p:cNvSpPr/>
          <p:nvPr/>
        </p:nvSpPr>
        <p:spPr>
          <a:xfrm>
            <a:off x="18011775" y="10734675"/>
            <a:ext cx="88850" cy="133350"/>
          </a:xfrm>
          <a:prstGeom prst="rect">
            <a:avLst/>
          </a:prstGeom>
          <a:solidFill>
            <a:srgbClr val="3D6B48"/>
          </a:solidFill>
          <a:ln/>
        </p:spPr>
      </p:sp>
      <p:sp>
        <p:nvSpPr>
          <p:cNvPr id="1521" name="Shape 1437"/>
          <p:cNvSpPr/>
          <p:nvPr/>
        </p:nvSpPr>
        <p:spPr>
          <a:xfrm>
            <a:off x="18100625" y="10734675"/>
            <a:ext cx="88999" cy="133350"/>
          </a:xfrm>
          <a:prstGeom prst="rect">
            <a:avLst/>
          </a:prstGeom>
          <a:solidFill>
            <a:srgbClr val="8E6A2C"/>
          </a:solidFill>
          <a:ln/>
        </p:spPr>
      </p:sp>
      <p:sp>
        <p:nvSpPr>
          <p:cNvPr id="1522" name="Shape 1438"/>
          <p:cNvSpPr/>
          <p:nvPr/>
        </p:nvSpPr>
        <p:spPr>
          <a:xfrm>
            <a:off x="18189625" y="10734675"/>
            <a:ext cx="88850" cy="133350"/>
          </a:xfrm>
          <a:prstGeom prst="rect">
            <a:avLst/>
          </a:prstGeom>
          <a:solidFill>
            <a:srgbClr val="985041"/>
          </a:solidFill>
          <a:ln/>
        </p:spPr>
      </p:sp>
      <p:sp>
        <p:nvSpPr>
          <p:cNvPr id="1523" name="Text 1439"/>
          <p:cNvSpPr/>
          <p:nvPr/>
        </p:nvSpPr>
        <p:spPr>
          <a:xfrm>
            <a:off x="18402300" y="10572750"/>
            <a:ext cx="852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75" dirty="0"/>
          </a:p>
        </p:txBody>
      </p:sp>
      <p:sp>
        <p:nvSpPr>
          <p:cNvPr id="1524" name="Text 1440"/>
          <p:cNvSpPr/>
          <p:nvPr/>
        </p:nvSpPr>
        <p:spPr>
          <a:xfrm>
            <a:off x="18402300" y="10753725"/>
            <a:ext cx="8526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workstation</a:t>
            </a:r>
            <a:endParaRPr lang="en-US" sz="825" dirty="0"/>
          </a:p>
        </p:txBody>
      </p:sp>
      <p:sp>
        <p:nvSpPr>
          <p:cNvPr id="1525" name="Shape 1441"/>
          <p:cNvSpPr/>
          <p:nvPr/>
        </p:nvSpPr>
        <p:spPr>
          <a:xfrm>
            <a:off x="0" y="0"/>
            <a:ext cx="20574000" cy="11353800"/>
          </a:xfrm>
          <a:prstGeom prst="rect">
            <a:avLst/>
          </a:prstGeom>
          <a:solidFill>
            <a:srgbClr val="181410">
              <a:alpha val="60000"/>
            </a:srgbClr>
          </a:solidFill>
          <a:ln/>
        </p:spPr>
      </p:sp>
      <p:sp>
        <p:nvSpPr>
          <p:cNvPr id="1526" name="Text 1442"/>
          <p:cNvSpPr/>
          <p:nvPr/>
        </p:nvSpPr>
        <p:spPr>
          <a:xfrm>
            <a:off x="266700" y="209550"/>
            <a:ext cx="648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350" dirty="0"/>
          </a:p>
        </p:txBody>
      </p:sp>
      <p:pic>
        <p:nvPicPr>
          <p:cNvPr id="1527" name="Image 82" descr="preencoded.png">    </p:cNvPr>
          <p:cNvPicPr>
            <a:picLocks noChangeAspect="1"/>
          </p:cNvPicPr>
          <p:nvPr/>
        </p:nvPicPr>
        <p:blipFill>
          <a:blip r:embed="rId83">
            <a:alphaModFix amt="70000"/>
          </a:blip>
          <a:stretch>
            <a:fillRect/>
          </a:stretch>
        </p:blipFill>
        <p:spPr>
          <a:xfrm>
            <a:off x="914995" y="271463"/>
            <a:ext cx="104775" cy="104775"/>
          </a:xfrm>
          <a:prstGeom prst="rect">
            <a:avLst/>
          </a:prstGeom>
        </p:spPr>
      </p:pic>
      <p:sp>
        <p:nvSpPr>
          <p:cNvPr id="1528" name="Text 1443"/>
          <p:cNvSpPr/>
          <p:nvPr/>
        </p:nvSpPr>
        <p:spPr>
          <a:xfrm>
            <a:off x="266700" y="457200"/>
            <a:ext cx="3558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panes of the application — sidebar nav consistent across</a:t>
            </a:r>
            <a:endParaRPr lang="en-US" sz="975" dirty="0"/>
          </a:p>
        </p:txBody>
      </p:sp>
      <p:sp>
        <p:nvSpPr>
          <p:cNvPr id="1529" name="Text 1444"/>
          <p:cNvSpPr/>
          <p:nvPr/>
        </p:nvSpPr>
        <p:spPr>
          <a:xfrm>
            <a:off x="20097750" y="161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530" name="Shape 1445"/>
          <p:cNvSpPr/>
          <p:nvPr/>
        </p:nvSpPr>
        <p:spPr>
          <a:xfrm>
            <a:off x="3358307" y="1109663"/>
            <a:ext cx="13857248" cy="8877300"/>
          </a:xfrm>
          <a:prstGeom prst="roundRect">
            <a:avLst>
              <a:gd name="adj" fmla="val 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0" dist="190500" dir="5400000">
              <a:srgbClr val="000000">
                <a:alpha val="40000"/>
              </a:srgbClr>
            </a:outerShdw>
          </a:effectLst>
        </p:spPr>
      </p:sp>
      <p:sp>
        <p:nvSpPr>
          <p:cNvPr id="1531" name="Shape 1446"/>
          <p:cNvSpPr/>
          <p:nvPr/>
        </p:nvSpPr>
        <p:spPr>
          <a:xfrm>
            <a:off x="3358307" y="1109663"/>
            <a:ext cx="13857248" cy="8877300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32" name="Shape 1447"/>
          <p:cNvSpPr/>
          <p:nvPr/>
        </p:nvSpPr>
        <p:spPr>
          <a:xfrm>
            <a:off x="3358307" y="1109663"/>
            <a:ext cx="13857248" cy="346431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33" name="Shape 1448"/>
          <p:cNvSpPr/>
          <p:nvPr/>
        </p:nvSpPr>
        <p:spPr>
          <a:xfrm>
            <a:off x="3358307" y="1446569"/>
            <a:ext cx="13857248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34" name="Shape 1449"/>
          <p:cNvSpPr/>
          <p:nvPr/>
        </p:nvSpPr>
        <p:spPr>
          <a:xfrm>
            <a:off x="3466566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5" name="Shape 1450"/>
          <p:cNvSpPr/>
          <p:nvPr/>
        </p:nvSpPr>
        <p:spPr>
          <a:xfrm>
            <a:off x="3650608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6" name="Shape 1451"/>
          <p:cNvSpPr/>
          <p:nvPr/>
        </p:nvSpPr>
        <p:spPr>
          <a:xfrm>
            <a:off x="3834650" y="1217922"/>
            <a:ext cx="119086" cy="119086"/>
          </a:xfrm>
          <a:prstGeom prst="roundRect">
            <a:avLst>
              <a:gd name="adj" fmla="val 7998"/>
            </a:avLst>
          </a:prstGeom>
          <a:solidFill>
            <a:srgbClr val="141D18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537" name="Text 1452"/>
          <p:cNvSpPr/>
          <p:nvPr/>
        </p:nvSpPr>
        <p:spPr>
          <a:xfrm>
            <a:off x="3940105" y="1201683"/>
            <a:ext cx="9856570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6" kern="0" dirty="0">
                <a:solidFill>
                  <a:srgbClr val="8A9B8F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 · LOCAL ANALYSIS WORKSTATION</a:t>
            </a:r>
            <a:endParaRPr lang="en-US" sz="825" dirty="0"/>
          </a:p>
        </p:txBody>
      </p:sp>
      <p:sp>
        <p:nvSpPr>
          <p:cNvPr id="1538" name="Text 1453"/>
          <p:cNvSpPr/>
          <p:nvPr/>
        </p:nvSpPr>
        <p:spPr>
          <a:xfrm>
            <a:off x="13783045" y="1207096"/>
            <a:ext cx="1192798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0008-2605</a:t>
            </a:r>
            <a:endParaRPr lang="en-US" sz="750" dirty="0"/>
          </a:p>
        </p:txBody>
      </p:sp>
      <p:sp>
        <p:nvSpPr>
          <p:cNvPr id="1539" name="Text 1454"/>
          <p:cNvSpPr/>
          <p:nvPr/>
        </p:nvSpPr>
        <p:spPr>
          <a:xfrm>
            <a:off x="15051206" y="1207096"/>
            <a:ext cx="1192630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llama3.2:3b</a:t>
            </a:r>
            <a:endParaRPr lang="en-US" sz="750" dirty="0"/>
          </a:p>
        </p:txBody>
      </p:sp>
      <p:sp>
        <p:nvSpPr>
          <p:cNvPr id="1540" name="Text 1455"/>
          <p:cNvSpPr/>
          <p:nvPr/>
        </p:nvSpPr>
        <p:spPr>
          <a:xfrm>
            <a:off x="16319198" y="1207096"/>
            <a:ext cx="864297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8A9B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</a:t>
            </a:r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FOREST</a:t>
            </a:r>
            <a:endParaRPr lang="en-US" sz="750" dirty="0"/>
          </a:p>
        </p:txBody>
      </p:sp>
      <p:sp>
        <p:nvSpPr>
          <p:cNvPr id="1541" name="Shape 1456"/>
          <p:cNvSpPr/>
          <p:nvPr/>
        </p:nvSpPr>
        <p:spPr>
          <a:xfrm>
            <a:off x="3358307" y="1456094"/>
            <a:ext cx="2121891" cy="8530869"/>
          </a:xfrm>
          <a:prstGeom prst="rect">
            <a:avLst/>
          </a:prstGeom>
          <a:solidFill>
            <a:srgbClr val="080D0A"/>
          </a:solidFill>
          <a:ln/>
        </p:spPr>
      </p:sp>
      <p:sp>
        <p:nvSpPr>
          <p:cNvPr id="1542" name="Shape 1457"/>
          <p:cNvSpPr/>
          <p:nvPr/>
        </p:nvSpPr>
        <p:spPr>
          <a:xfrm>
            <a:off x="5470673" y="1456094"/>
            <a:ext cx="9525" cy="8530869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43" name="Shape 1458"/>
          <p:cNvSpPr/>
          <p:nvPr/>
        </p:nvSpPr>
        <p:spPr>
          <a:xfrm>
            <a:off x="3358307" y="2182735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pic>
        <p:nvPicPr>
          <p:cNvPr id="1544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9870" y="1688852"/>
            <a:ext cx="281475" cy="281475"/>
          </a:xfrm>
          <a:prstGeom prst="rect">
            <a:avLst/>
          </a:prstGeom>
        </p:spPr>
      </p:pic>
      <p:sp>
        <p:nvSpPr>
          <p:cNvPr id="1545" name="Text 1459"/>
          <p:cNvSpPr/>
          <p:nvPr/>
        </p:nvSpPr>
        <p:spPr>
          <a:xfrm>
            <a:off x="3899606" y="1650961"/>
            <a:ext cx="1003851" cy="232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VIGIL</a:t>
            </a:r>
            <a:endParaRPr lang="en-US" sz="1050" dirty="0"/>
          </a:p>
        </p:txBody>
      </p:sp>
      <p:sp>
        <p:nvSpPr>
          <p:cNvPr id="1546" name="Text 1460"/>
          <p:cNvSpPr/>
          <p:nvPr/>
        </p:nvSpPr>
        <p:spPr>
          <a:xfrm>
            <a:off x="3899606" y="1889133"/>
            <a:ext cx="100385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v0.4.2 · local</a:t>
            </a:r>
            <a:endParaRPr lang="en-US" sz="675" dirty="0"/>
          </a:p>
        </p:txBody>
      </p:sp>
      <p:sp>
        <p:nvSpPr>
          <p:cNvPr id="1547" name="Text 1461"/>
          <p:cNvSpPr/>
          <p:nvPr/>
        </p:nvSpPr>
        <p:spPr>
          <a:xfrm>
            <a:off x="3510707" y="2412218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WORKSTATION</a:t>
            </a:r>
            <a:endParaRPr lang="en-US" sz="675" dirty="0"/>
          </a:p>
        </p:txBody>
      </p:sp>
      <p:pic>
        <p:nvPicPr>
          <p:cNvPr id="154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553174" y="2706494"/>
            <a:ext cx="151564" cy="151563"/>
          </a:xfrm>
          <a:prstGeom prst="rect">
            <a:avLst/>
          </a:prstGeom>
        </p:spPr>
      </p:pic>
      <p:sp>
        <p:nvSpPr>
          <p:cNvPr id="1549" name="Text 1462"/>
          <p:cNvSpPr/>
          <p:nvPr/>
        </p:nvSpPr>
        <p:spPr>
          <a:xfrm>
            <a:off x="3812997" y="2690255"/>
            <a:ext cx="457477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975" dirty="0"/>
          </a:p>
        </p:txBody>
      </p:sp>
      <p:sp>
        <p:nvSpPr>
          <p:cNvPr id="1550" name="Text 1463"/>
          <p:cNvSpPr/>
          <p:nvPr/>
        </p:nvSpPr>
        <p:spPr>
          <a:xfrm>
            <a:off x="5132583" y="271190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⌘1</a:t>
            </a:r>
            <a:endParaRPr lang="en-US" sz="750" dirty="0"/>
          </a:p>
        </p:txBody>
      </p:sp>
      <p:pic>
        <p:nvPicPr>
          <p:cNvPr id="1551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553174" y="3042099"/>
            <a:ext cx="151564" cy="151563"/>
          </a:xfrm>
          <a:prstGeom prst="rect">
            <a:avLst/>
          </a:prstGeom>
        </p:spPr>
      </p:pic>
      <p:sp>
        <p:nvSpPr>
          <p:cNvPr id="1552" name="Text 1464"/>
          <p:cNvSpPr/>
          <p:nvPr/>
        </p:nvSpPr>
        <p:spPr>
          <a:xfrm>
            <a:off x="3812997" y="3025860"/>
            <a:ext cx="99793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Cleanup</a:t>
            </a:r>
            <a:endParaRPr lang="en-US" sz="975" dirty="0"/>
          </a:p>
        </p:txBody>
      </p:sp>
      <p:sp>
        <p:nvSpPr>
          <p:cNvPr id="1553" name="Text 1465"/>
          <p:cNvSpPr/>
          <p:nvPr/>
        </p:nvSpPr>
        <p:spPr>
          <a:xfrm>
            <a:off x="5132583" y="3047512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⌘2</a:t>
            </a:r>
            <a:endParaRPr lang="en-US" sz="750" dirty="0"/>
          </a:p>
        </p:txBody>
      </p:sp>
      <p:pic>
        <p:nvPicPr>
          <p:cNvPr id="1554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553174" y="3377704"/>
            <a:ext cx="151564" cy="151564"/>
          </a:xfrm>
          <a:prstGeom prst="rect">
            <a:avLst/>
          </a:prstGeom>
        </p:spPr>
      </p:pic>
      <p:sp>
        <p:nvSpPr>
          <p:cNvPr id="1555" name="Text 1466"/>
          <p:cNvSpPr/>
          <p:nvPr/>
        </p:nvSpPr>
        <p:spPr>
          <a:xfrm>
            <a:off x="3812997" y="3361465"/>
            <a:ext cx="574702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</a:t>
            </a:r>
            <a:endParaRPr lang="en-US" sz="975" dirty="0"/>
          </a:p>
        </p:txBody>
      </p:sp>
      <p:sp>
        <p:nvSpPr>
          <p:cNvPr id="1556" name="Text 1467"/>
          <p:cNvSpPr/>
          <p:nvPr/>
        </p:nvSpPr>
        <p:spPr>
          <a:xfrm>
            <a:off x="5132583" y="3383117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⌘3</a:t>
            </a:r>
            <a:endParaRPr lang="en-US" sz="750" dirty="0"/>
          </a:p>
        </p:txBody>
      </p:sp>
      <p:pic>
        <p:nvPicPr>
          <p:cNvPr id="1557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553174" y="3713310"/>
            <a:ext cx="151564" cy="151564"/>
          </a:xfrm>
          <a:prstGeom prst="rect">
            <a:avLst/>
          </a:prstGeom>
        </p:spPr>
      </p:pic>
      <p:sp>
        <p:nvSpPr>
          <p:cNvPr id="1558" name="Text 1468"/>
          <p:cNvSpPr/>
          <p:nvPr/>
        </p:nvSpPr>
        <p:spPr>
          <a:xfrm>
            <a:off x="3812997" y="3697071"/>
            <a:ext cx="615300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975" dirty="0"/>
          </a:p>
        </p:txBody>
      </p:sp>
      <p:sp>
        <p:nvSpPr>
          <p:cNvPr id="1559" name="Text 1469"/>
          <p:cNvSpPr/>
          <p:nvPr/>
        </p:nvSpPr>
        <p:spPr>
          <a:xfrm>
            <a:off x="5132583" y="371872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⌘4</a:t>
            </a:r>
            <a:endParaRPr lang="en-US" sz="750" dirty="0"/>
          </a:p>
        </p:txBody>
      </p:sp>
      <p:pic>
        <p:nvPicPr>
          <p:cNvPr id="1560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553174" y="4048915"/>
            <a:ext cx="151564" cy="151564"/>
          </a:xfrm>
          <a:prstGeom prst="rect">
            <a:avLst/>
          </a:prstGeom>
        </p:spPr>
      </p:pic>
      <p:sp>
        <p:nvSpPr>
          <p:cNvPr id="1561" name="Text 1470"/>
          <p:cNvSpPr/>
          <p:nvPr/>
        </p:nvSpPr>
        <p:spPr>
          <a:xfrm>
            <a:off x="3812997" y="4032676"/>
            <a:ext cx="620036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Startups</a:t>
            </a:r>
            <a:endParaRPr lang="en-US" sz="975" dirty="0"/>
          </a:p>
        </p:txBody>
      </p:sp>
      <p:sp>
        <p:nvSpPr>
          <p:cNvPr id="1562" name="Text 1471"/>
          <p:cNvSpPr/>
          <p:nvPr/>
        </p:nvSpPr>
        <p:spPr>
          <a:xfrm>
            <a:off x="5132583" y="4054328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⌘5</a:t>
            </a:r>
            <a:endParaRPr lang="en-US" sz="750" dirty="0"/>
          </a:p>
        </p:txBody>
      </p:sp>
      <p:pic>
        <p:nvPicPr>
          <p:cNvPr id="156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553174" y="4384520"/>
            <a:ext cx="151564" cy="151564"/>
          </a:xfrm>
          <a:prstGeom prst="rect">
            <a:avLst/>
          </a:prstGeom>
        </p:spPr>
      </p:pic>
      <p:sp>
        <p:nvSpPr>
          <p:cNvPr id="1564" name="Text 1472"/>
          <p:cNvSpPr/>
          <p:nvPr/>
        </p:nvSpPr>
        <p:spPr>
          <a:xfrm>
            <a:off x="3812997" y="4368281"/>
            <a:ext cx="534444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975" dirty="0"/>
          </a:p>
        </p:txBody>
      </p:sp>
      <p:sp>
        <p:nvSpPr>
          <p:cNvPr id="1565" name="Text 1473"/>
          <p:cNvSpPr/>
          <p:nvPr/>
        </p:nvSpPr>
        <p:spPr>
          <a:xfrm>
            <a:off x="5132583" y="438993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⌘6</a:t>
            </a:r>
            <a:endParaRPr lang="en-US" sz="750" dirty="0"/>
          </a:p>
        </p:txBody>
      </p:sp>
      <p:sp>
        <p:nvSpPr>
          <p:cNvPr id="1566" name="Text 1474"/>
          <p:cNvSpPr/>
          <p:nvPr/>
        </p:nvSpPr>
        <p:spPr>
          <a:xfrm>
            <a:off x="3510707" y="4761454"/>
            <a:ext cx="1882465" cy="183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675" dirty="0"/>
          </a:p>
        </p:txBody>
      </p:sp>
      <p:sp>
        <p:nvSpPr>
          <p:cNvPr id="1567" name="Shape 1475"/>
          <p:cNvSpPr/>
          <p:nvPr/>
        </p:nvSpPr>
        <p:spPr>
          <a:xfrm>
            <a:off x="3358307" y="4963710"/>
            <a:ext cx="2111065" cy="335605"/>
          </a:xfrm>
          <a:prstGeom prst="rect">
            <a:avLst/>
          </a:prstGeom>
          <a:solidFill>
            <a:srgbClr val="1B2E22"/>
          </a:solidFill>
          <a:ln/>
        </p:spPr>
      </p:sp>
      <p:sp>
        <p:nvSpPr>
          <p:cNvPr id="1568" name="Shape 1476"/>
          <p:cNvSpPr/>
          <p:nvPr/>
        </p:nvSpPr>
        <p:spPr>
          <a:xfrm>
            <a:off x="3358307" y="4963710"/>
            <a:ext cx="19050" cy="335605"/>
          </a:xfrm>
          <a:prstGeom prst="rect">
            <a:avLst/>
          </a:prstGeom>
          <a:solidFill>
            <a:srgbClr val="7CC596"/>
          </a:solidFill>
          <a:ln/>
        </p:spPr>
      </p:sp>
      <p:pic>
        <p:nvPicPr>
          <p:cNvPr id="156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53174" y="5055731"/>
            <a:ext cx="151564" cy="151563"/>
          </a:xfrm>
          <a:prstGeom prst="rect">
            <a:avLst/>
          </a:prstGeom>
        </p:spPr>
      </p:pic>
      <p:sp>
        <p:nvSpPr>
          <p:cNvPr id="1570" name="Text 1477"/>
          <p:cNvSpPr/>
          <p:nvPr/>
        </p:nvSpPr>
        <p:spPr>
          <a:xfrm>
            <a:off x="3812997" y="5039491"/>
            <a:ext cx="596523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71" name="Text 1478"/>
          <p:cNvSpPr/>
          <p:nvPr/>
        </p:nvSpPr>
        <p:spPr>
          <a:xfrm>
            <a:off x="5132583" y="5061143"/>
            <a:ext cx="261425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⌘7</a:t>
            </a:r>
            <a:endParaRPr lang="en-US" sz="750" dirty="0"/>
          </a:p>
        </p:txBody>
      </p:sp>
      <p:sp>
        <p:nvSpPr>
          <p:cNvPr id="1572" name="Shape 1479"/>
          <p:cNvSpPr/>
          <p:nvPr/>
        </p:nvSpPr>
        <p:spPr>
          <a:xfrm>
            <a:off x="3358307" y="9082993"/>
            <a:ext cx="211106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73" name="Shape 1480"/>
          <p:cNvSpPr/>
          <p:nvPr/>
        </p:nvSpPr>
        <p:spPr>
          <a:xfrm>
            <a:off x="3509870" y="9267035"/>
            <a:ext cx="64956" cy="64956"/>
          </a:xfrm>
          <a:prstGeom prst="roundRect">
            <a:avLst>
              <a:gd name="adj" fmla="val 14664"/>
            </a:avLst>
          </a:prstGeom>
          <a:solidFill>
            <a:srgbClr val="7CC596"/>
          </a:solidFill>
          <a:ln/>
          <a:effectLst>
            <a:outerShdw sx="100000" sy="100000" kx="0" ky="0" algn="bl" rotWithShape="0" blurRad="57150" dist="50800" dir="16200000">
              <a:srgbClr val="7CC596">
                <a:alpha val="100000"/>
              </a:srgbClr>
            </a:outerShdw>
          </a:effectLst>
        </p:spPr>
      </p:sp>
      <p:sp>
        <p:nvSpPr>
          <p:cNvPr id="1574" name="Text 1481"/>
          <p:cNvSpPr/>
          <p:nvPr/>
        </p:nvSpPr>
        <p:spPr>
          <a:xfrm>
            <a:off x="3639782" y="9234557"/>
            <a:ext cx="1061195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OPERATOR · IDLE</a:t>
            </a:r>
            <a:endParaRPr lang="en-US" sz="750" dirty="0"/>
          </a:p>
        </p:txBody>
      </p:sp>
      <p:sp>
        <p:nvSpPr>
          <p:cNvPr id="1575" name="Text 1482"/>
          <p:cNvSpPr/>
          <p:nvPr/>
        </p:nvSpPr>
        <p:spPr>
          <a:xfrm>
            <a:off x="3509870" y="9391534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 · 127.0.0.1:11434</a:t>
            </a:r>
            <a:endParaRPr lang="en-US" sz="750" dirty="0"/>
          </a:p>
        </p:txBody>
      </p:sp>
      <p:sp>
        <p:nvSpPr>
          <p:cNvPr id="1576" name="Text 1483"/>
          <p:cNvSpPr/>
          <p:nvPr/>
        </p:nvSpPr>
        <p:spPr>
          <a:xfrm>
            <a:off x="3509870" y="9559336"/>
            <a:ext cx="1884138" cy="20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· llama3.2:3b</a:t>
            </a:r>
            <a:endParaRPr lang="en-US" sz="750" dirty="0"/>
          </a:p>
        </p:txBody>
      </p:sp>
      <p:sp>
        <p:nvSpPr>
          <p:cNvPr id="1577" name="Shape 1484"/>
          <p:cNvSpPr/>
          <p:nvPr/>
        </p:nvSpPr>
        <p:spPr>
          <a:xfrm>
            <a:off x="5480198" y="1456094"/>
            <a:ext cx="11735357" cy="8530869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8" name="Shape 1485"/>
          <p:cNvSpPr/>
          <p:nvPr/>
        </p:nvSpPr>
        <p:spPr>
          <a:xfrm>
            <a:off x="5480198" y="1456094"/>
            <a:ext cx="11735357" cy="606255"/>
          </a:xfrm>
          <a:prstGeom prst="rect">
            <a:avLst/>
          </a:prstGeom>
          <a:solidFill>
            <a:srgbClr val="0E1612"/>
          </a:solidFill>
          <a:ln/>
        </p:spPr>
      </p:sp>
      <p:sp>
        <p:nvSpPr>
          <p:cNvPr id="1579" name="Shape 1486"/>
          <p:cNvSpPr/>
          <p:nvPr/>
        </p:nvSpPr>
        <p:spPr>
          <a:xfrm>
            <a:off x="5480198" y="2052823"/>
            <a:ext cx="1173535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0" name="Text 1487"/>
          <p:cNvSpPr/>
          <p:nvPr/>
        </p:nvSpPr>
        <p:spPr>
          <a:xfrm>
            <a:off x="5718370" y="1569766"/>
            <a:ext cx="4310638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SETTINGS</a:t>
            </a:r>
            <a:endParaRPr lang="en-US" sz="975" dirty="0"/>
          </a:p>
        </p:txBody>
      </p:sp>
      <p:sp>
        <p:nvSpPr>
          <p:cNvPr id="1581" name="Text 1488"/>
          <p:cNvSpPr/>
          <p:nvPr/>
        </p:nvSpPr>
        <p:spPr>
          <a:xfrm>
            <a:off x="5718370" y="1786286"/>
            <a:ext cx="4310638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per-user · stored at %APPDATA%\\Vigil\\config.json</a:t>
            </a:r>
            <a:endParaRPr lang="en-US" sz="825" dirty="0"/>
          </a:p>
        </p:txBody>
      </p:sp>
      <p:sp>
        <p:nvSpPr>
          <p:cNvPr id="1582" name="Shape 1489"/>
          <p:cNvSpPr/>
          <p:nvPr/>
        </p:nvSpPr>
        <p:spPr>
          <a:xfrm>
            <a:off x="15811562" y="1602244"/>
            <a:ext cx="1165822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583" name="Text 1490"/>
          <p:cNvSpPr/>
          <p:nvPr/>
        </p:nvSpPr>
        <p:spPr>
          <a:xfrm>
            <a:off x="15935852" y="1688852"/>
            <a:ext cx="917243" cy="16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584" name="Shape 1491"/>
          <p:cNvSpPr/>
          <p:nvPr/>
        </p:nvSpPr>
        <p:spPr>
          <a:xfrm>
            <a:off x="5718370" y="2637426"/>
            <a:ext cx="11096625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85" name="Shape 1492"/>
          <p:cNvSpPr/>
          <p:nvPr/>
        </p:nvSpPr>
        <p:spPr>
          <a:xfrm>
            <a:off x="5718370" y="2627901"/>
            <a:ext cx="789619" cy="19050"/>
          </a:xfrm>
          <a:prstGeom prst="rect">
            <a:avLst/>
          </a:prstGeom>
          <a:solidFill>
            <a:srgbClr val="7CC596"/>
          </a:solidFill>
          <a:ln/>
        </p:spPr>
      </p:sp>
      <p:sp>
        <p:nvSpPr>
          <p:cNvPr id="1586" name="Text 1493"/>
          <p:cNvSpPr/>
          <p:nvPr/>
        </p:nvSpPr>
        <p:spPr>
          <a:xfrm>
            <a:off x="5851720" y="2386245"/>
            <a:ext cx="599119" cy="194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</a:t>
            </a:r>
            <a:endParaRPr lang="en-US" sz="900" dirty="0"/>
          </a:p>
        </p:txBody>
      </p:sp>
      <p:sp>
        <p:nvSpPr>
          <p:cNvPr id="1587" name="Text 1494"/>
          <p:cNvSpPr/>
          <p:nvPr/>
        </p:nvSpPr>
        <p:spPr>
          <a:xfrm>
            <a:off x="6641339" y="2386245"/>
            <a:ext cx="257425" cy="194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900" dirty="0"/>
          </a:p>
        </p:txBody>
      </p:sp>
      <p:sp>
        <p:nvSpPr>
          <p:cNvPr id="1588" name="Text 1495"/>
          <p:cNvSpPr/>
          <p:nvPr/>
        </p:nvSpPr>
        <p:spPr>
          <a:xfrm>
            <a:off x="7089264" y="2386245"/>
            <a:ext cx="413725" cy="194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</a:t>
            </a:r>
            <a:endParaRPr lang="en-US" sz="900" dirty="0"/>
          </a:p>
        </p:txBody>
      </p:sp>
      <p:sp>
        <p:nvSpPr>
          <p:cNvPr id="1589" name="Text 1496"/>
          <p:cNvSpPr/>
          <p:nvPr/>
        </p:nvSpPr>
        <p:spPr>
          <a:xfrm>
            <a:off x="7693489" y="2386245"/>
            <a:ext cx="687757" cy="194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590" name="Text 1497"/>
          <p:cNvSpPr/>
          <p:nvPr/>
        </p:nvSpPr>
        <p:spPr>
          <a:xfrm>
            <a:off x="8571745" y="2386245"/>
            <a:ext cx="484094" cy="194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</a:t>
            </a:r>
            <a:endParaRPr lang="en-US" sz="900" dirty="0"/>
          </a:p>
        </p:txBody>
      </p:sp>
      <p:sp>
        <p:nvSpPr>
          <p:cNvPr id="1591" name="Shape 1498"/>
          <p:cNvSpPr/>
          <p:nvPr/>
        </p:nvSpPr>
        <p:spPr>
          <a:xfrm>
            <a:off x="5718370" y="2841818"/>
            <a:ext cx="5276141" cy="3924416"/>
          </a:xfrm>
          <a:prstGeom prst="roundRect">
            <a:avLst>
              <a:gd name="adj" fmla="val 48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592" name="Shape 1499"/>
          <p:cNvSpPr/>
          <p:nvPr/>
        </p:nvSpPr>
        <p:spPr>
          <a:xfrm>
            <a:off x="5729195" y="3243680"/>
            <a:ext cx="5254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93" name="Text 1500"/>
          <p:cNvSpPr/>
          <p:nvPr/>
        </p:nvSpPr>
        <p:spPr>
          <a:xfrm>
            <a:off x="5880759" y="2971730"/>
            <a:ext cx="1121245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APPEARANCE</a:t>
            </a:r>
            <a:endParaRPr lang="en-US" sz="825" dirty="0"/>
          </a:p>
        </p:txBody>
      </p:sp>
      <p:sp>
        <p:nvSpPr>
          <p:cNvPr id="1594" name="Text 1501"/>
          <p:cNvSpPr/>
          <p:nvPr/>
        </p:nvSpPr>
        <p:spPr>
          <a:xfrm>
            <a:off x="7034064" y="2982556"/>
            <a:ext cx="732863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general</a:t>
            </a:r>
            <a:endParaRPr lang="en-US" sz="750" dirty="0"/>
          </a:p>
        </p:txBody>
      </p:sp>
      <p:sp>
        <p:nvSpPr>
          <p:cNvPr id="1595" name="Shape 1502"/>
          <p:cNvSpPr/>
          <p:nvPr/>
        </p:nvSpPr>
        <p:spPr>
          <a:xfrm>
            <a:off x="5880759" y="4061042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596" name="Text 1503"/>
          <p:cNvSpPr/>
          <p:nvPr/>
        </p:nvSpPr>
        <p:spPr>
          <a:xfrm>
            <a:off x="5880759" y="3556333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</a:t>
            </a:r>
            <a:endParaRPr lang="en-US" sz="938" dirty="0"/>
          </a:p>
        </p:txBody>
      </p:sp>
      <p:sp>
        <p:nvSpPr>
          <p:cNvPr id="1597" name="Text 1504"/>
          <p:cNvSpPr/>
          <p:nvPr/>
        </p:nvSpPr>
        <p:spPr>
          <a:xfrm>
            <a:off x="5880759" y="3772853"/>
            <a:ext cx="2241395" cy="21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palette for the entire workstation.</a:t>
            </a:r>
            <a:endParaRPr lang="en-US" sz="825" dirty="0"/>
          </a:p>
        </p:txBody>
      </p:sp>
      <p:sp>
        <p:nvSpPr>
          <p:cNvPr id="1598" name="Shape 1505"/>
          <p:cNvSpPr/>
          <p:nvPr/>
        </p:nvSpPr>
        <p:spPr>
          <a:xfrm>
            <a:off x="8240821" y="3572572"/>
            <a:ext cx="550433" cy="227345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599" name="Text 1506"/>
          <p:cNvSpPr/>
          <p:nvPr/>
        </p:nvSpPr>
        <p:spPr>
          <a:xfrm>
            <a:off x="8349081" y="3626702"/>
            <a:ext cx="410114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forest</a:t>
            </a:r>
            <a:endParaRPr lang="en-US" sz="825" dirty="0"/>
          </a:p>
        </p:txBody>
      </p:sp>
      <p:sp>
        <p:nvSpPr>
          <p:cNvPr id="1600" name="Shape 1507"/>
          <p:cNvSpPr/>
          <p:nvPr/>
        </p:nvSpPr>
        <p:spPr>
          <a:xfrm>
            <a:off x="8856211" y="3572572"/>
            <a:ext cx="581051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01" name="Text 1508"/>
          <p:cNvSpPr/>
          <p:nvPr/>
        </p:nvSpPr>
        <p:spPr>
          <a:xfrm>
            <a:off x="8964470" y="3626702"/>
            <a:ext cx="44073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825" dirty="0"/>
          </a:p>
        </p:txBody>
      </p:sp>
      <p:sp>
        <p:nvSpPr>
          <p:cNvPr id="1602" name="Shape 1509"/>
          <p:cNvSpPr/>
          <p:nvPr/>
        </p:nvSpPr>
        <p:spPr>
          <a:xfrm>
            <a:off x="9502217" y="3513029"/>
            <a:ext cx="718406" cy="346431"/>
          </a:xfrm>
          <a:prstGeom prst="roundRect">
            <a:avLst>
              <a:gd name="adj" fmla="val 549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03" name="Text 1510"/>
          <p:cNvSpPr/>
          <p:nvPr/>
        </p:nvSpPr>
        <p:spPr>
          <a:xfrm>
            <a:off x="9610477" y="3567159"/>
            <a:ext cx="578085" cy="27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 ink</a:t>
            </a:r>
            <a:endParaRPr lang="en-US" sz="825" dirty="0"/>
          </a:p>
        </p:txBody>
      </p:sp>
      <p:sp>
        <p:nvSpPr>
          <p:cNvPr id="1604" name="Shape 1511"/>
          <p:cNvSpPr/>
          <p:nvPr/>
        </p:nvSpPr>
        <p:spPr>
          <a:xfrm>
            <a:off x="10285578" y="3572572"/>
            <a:ext cx="546542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05" name="Text 1512"/>
          <p:cNvSpPr/>
          <p:nvPr/>
        </p:nvSpPr>
        <p:spPr>
          <a:xfrm>
            <a:off x="10393838" y="3626702"/>
            <a:ext cx="406223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</a:t>
            </a:r>
            <a:endParaRPr lang="en-US" sz="825" dirty="0"/>
          </a:p>
        </p:txBody>
      </p:sp>
      <p:sp>
        <p:nvSpPr>
          <p:cNvPr id="1606" name="Shape 1513"/>
          <p:cNvSpPr/>
          <p:nvPr/>
        </p:nvSpPr>
        <p:spPr>
          <a:xfrm>
            <a:off x="5880759" y="4726839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07" name="Text 1514"/>
          <p:cNvSpPr/>
          <p:nvPr/>
        </p:nvSpPr>
        <p:spPr>
          <a:xfrm>
            <a:off x="5880759" y="4222130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938" dirty="0"/>
          </a:p>
        </p:txBody>
      </p:sp>
      <p:sp>
        <p:nvSpPr>
          <p:cNvPr id="1608" name="Text 1515"/>
          <p:cNvSpPr/>
          <p:nvPr/>
        </p:nvSpPr>
        <p:spPr>
          <a:xfrm>
            <a:off x="5880759" y="4438650"/>
            <a:ext cx="2241395" cy="21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strings and AI explanation language.</a:t>
            </a:r>
            <a:endParaRPr lang="en-US" sz="825" dirty="0"/>
          </a:p>
        </p:txBody>
      </p:sp>
      <p:sp>
        <p:nvSpPr>
          <p:cNvPr id="1609" name="Shape 1516"/>
          <p:cNvSpPr/>
          <p:nvPr/>
        </p:nvSpPr>
        <p:spPr>
          <a:xfrm>
            <a:off x="8240821" y="4178827"/>
            <a:ext cx="2591299" cy="357257"/>
          </a:xfrm>
          <a:prstGeom prst="roundRect">
            <a:avLst>
              <a:gd name="adj" fmla="val 53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10" name="Shape 1517"/>
          <p:cNvSpPr/>
          <p:nvPr/>
        </p:nvSpPr>
        <p:spPr>
          <a:xfrm>
            <a:off x="5880759" y="5392637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1" name="Text 1518"/>
          <p:cNvSpPr/>
          <p:nvPr/>
        </p:nvSpPr>
        <p:spPr>
          <a:xfrm>
            <a:off x="5880759" y="4887928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mode</a:t>
            </a:r>
            <a:endParaRPr lang="en-US" sz="938" dirty="0"/>
          </a:p>
        </p:txBody>
      </p:sp>
      <p:sp>
        <p:nvSpPr>
          <p:cNvPr id="1612" name="Text 1519"/>
          <p:cNvSpPr/>
          <p:nvPr/>
        </p:nvSpPr>
        <p:spPr>
          <a:xfrm>
            <a:off x="5880759" y="5104448"/>
            <a:ext cx="2241395" cy="21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row spacing throughout tables.</a:t>
            </a:r>
            <a:endParaRPr lang="en-US" sz="825" dirty="0"/>
          </a:p>
        </p:txBody>
      </p:sp>
      <p:sp>
        <p:nvSpPr>
          <p:cNvPr id="1613" name="Shape 1520"/>
          <p:cNvSpPr/>
          <p:nvPr/>
        </p:nvSpPr>
        <p:spPr>
          <a:xfrm>
            <a:off x="8240821" y="4844624"/>
            <a:ext cx="346431" cy="194867"/>
          </a:xfrm>
          <a:prstGeom prst="roundRect">
            <a:avLst>
              <a:gd name="adj" fmla="val 9776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14" name="Shape 1521"/>
          <p:cNvSpPr/>
          <p:nvPr/>
        </p:nvSpPr>
        <p:spPr>
          <a:xfrm>
            <a:off x="8262474" y="4866276"/>
            <a:ext cx="151563" cy="151564"/>
          </a:xfrm>
          <a:prstGeom prst="roundRect">
            <a:avLst>
              <a:gd name="adj" fmla="val 6285"/>
            </a:avLst>
          </a:prstGeom>
          <a:solidFill>
            <a:srgbClr val="57685E"/>
          </a:solidFill>
          <a:ln/>
        </p:spPr>
      </p:sp>
      <p:sp>
        <p:nvSpPr>
          <p:cNvPr id="1615" name="Text 1522"/>
          <p:cNvSpPr/>
          <p:nvPr/>
        </p:nvSpPr>
        <p:spPr>
          <a:xfrm>
            <a:off x="8673861" y="4871689"/>
            <a:ext cx="273266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616" name="Shape 1523"/>
          <p:cNvSpPr/>
          <p:nvPr/>
        </p:nvSpPr>
        <p:spPr>
          <a:xfrm>
            <a:off x="5880759" y="6237063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17" name="Text 1524"/>
          <p:cNvSpPr/>
          <p:nvPr/>
        </p:nvSpPr>
        <p:spPr>
          <a:xfrm>
            <a:off x="5880759" y="5553726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CRT scanlines</a:t>
            </a:r>
            <a:endParaRPr lang="en-US" sz="938" dirty="0"/>
          </a:p>
        </p:txBody>
      </p:sp>
      <p:sp>
        <p:nvSpPr>
          <p:cNvPr id="1618" name="Text 1525"/>
          <p:cNvSpPr/>
          <p:nvPr/>
        </p:nvSpPr>
        <p:spPr>
          <a:xfrm>
            <a:off x="5880759" y="5770245"/>
            <a:ext cx="2241395" cy="39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Subtle terminal overlay. Off in light themes.</a:t>
            </a:r>
            <a:endParaRPr lang="en-US" sz="825" dirty="0"/>
          </a:p>
        </p:txBody>
      </p:sp>
      <p:sp>
        <p:nvSpPr>
          <p:cNvPr id="1619" name="Shape 1526"/>
          <p:cNvSpPr/>
          <p:nvPr/>
        </p:nvSpPr>
        <p:spPr>
          <a:xfrm>
            <a:off x="8240821" y="5510422"/>
            <a:ext cx="346431" cy="194867"/>
          </a:xfrm>
          <a:prstGeom prst="roundRect">
            <a:avLst>
              <a:gd name="adj" fmla="val 9776"/>
            </a:avLst>
          </a:prstGeom>
          <a:solidFill>
            <a:srgbClr val="7CC596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20" name="Shape 1527"/>
          <p:cNvSpPr/>
          <p:nvPr/>
        </p:nvSpPr>
        <p:spPr>
          <a:xfrm>
            <a:off x="8414037" y="5532073"/>
            <a:ext cx="151564" cy="151563"/>
          </a:xfrm>
          <a:prstGeom prst="roundRect">
            <a:avLst>
              <a:gd name="adj" fmla="val 6285"/>
            </a:avLst>
          </a:prstGeom>
          <a:solidFill>
            <a:srgbClr val="080D0A"/>
          </a:solidFill>
          <a:ln/>
        </p:spPr>
      </p:sp>
      <p:sp>
        <p:nvSpPr>
          <p:cNvPr id="1621" name="Text 1528"/>
          <p:cNvSpPr/>
          <p:nvPr/>
        </p:nvSpPr>
        <p:spPr>
          <a:xfrm>
            <a:off x="8673861" y="5537486"/>
            <a:ext cx="207634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750" dirty="0"/>
          </a:p>
        </p:txBody>
      </p:sp>
      <p:sp>
        <p:nvSpPr>
          <p:cNvPr id="1622" name="Shape 1529"/>
          <p:cNvSpPr/>
          <p:nvPr/>
        </p:nvSpPr>
        <p:spPr>
          <a:xfrm>
            <a:off x="11167725" y="2841818"/>
            <a:ext cx="5647269" cy="3924416"/>
          </a:xfrm>
          <a:prstGeom prst="roundRect">
            <a:avLst>
              <a:gd name="adj" fmla="val 48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23" name="Shape 1530"/>
          <p:cNvSpPr/>
          <p:nvPr/>
        </p:nvSpPr>
        <p:spPr>
          <a:xfrm>
            <a:off x="11178551" y="3243680"/>
            <a:ext cx="56256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4" name="Text 1531"/>
          <p:cNvSpPr/>
          <p:nvPr/>
        </p:nvSpPr>
        <p:spPr>
          <a:xfrm>
            <a:off x="11330115" y="2971730"/>
            <a:ext cx="819978" cy="189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LOCAL AI</a:t>
            </a:r>
            <a:endParaRPr lang="en-US" sz="825" dirty="0"/>
          </a:p>
        </p:txBody>
      </p:sp>
      <p:sp>
        <p:nvSpPr>
          <p:cNvPr id="1625" name="Text 1532"/>
          <p:cNvSpPr/>
          <p:nvPr/>
        </p:nvSpPr>
        <p:spPr>
          <a:xfrm>
            <a:off x="12182154" y="2982556"/>
            <a:ext cx="404531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ai</a:t>
            </a:r>
            <a:endParaRPr lang="en-US" sz="750" dirty="0"/>
          </a:p>
        </p:txBody>
      </p:sp>
      <p:sp>
        <p:nvSpPr>
          <p:cNvPr id="1626" name="Shape 1533"/>
          <p:cNvSpPr/>
          <p:nvPr/>
        </p:nvSpPr>
        <p:spPr>
          <a:xfrm>
            <a:off x="11330115" y="4239670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27" name="Text 1534"/>
          <p:cNvSpPr/>
          <p:nvPr/>
        </p:nvSpPr>
        <p:spPr>
          <a:xfrm>
            <a:off x="11330115" y="3556333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938" dirty="0"/>
          </a:p>
        </p:txBody>
      </p:sp>
      <p:sp>
        <p:nvSpPr>
          <p:cNvPr id="1628" name="Text 1535"/>
          <p:cNvSpPr/>
          <p:nvPr/>
        </p:nvSpPr>
        <p:spPr>
          <a:xfrm>
            <a:off x="11330115" y="3772853"/>
            <a:ext cx="2241395" cy="39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Ollama-compatible HTTP server. Local only.</a:t>
            </a:r>
            <a:endParaRPr lang="en-US" sz="825" dirty="0"/>
          </a:p>
        </p:txBody>
      </p:sp>
      <p:sp>
        <p:nvSpPr>
          <p:cNvPr id="1629" name="Shape 1536"/>
          <p:cNvSpPr/>
          <p:nvPr/>
        </p:nvSpPr>
        <p:spPr>
          <a:xfrm>
            <a:off x="13690178" y="3513029"/>
            <a:ext cx="2962426" cy="335605"/>
          </a:xfrm>
          <a:prstGeom prst="roundRect">
            <a:avLst>
              <a:gd name="adj" fmla="val 5676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30" name="Shape 1537"/>
          <p:cNvSpPr/>
          <p:nvPr/>
        </p:nvSpPr>
        <p:spPr>
          <a:xfrm>
            <a:off x="11330115" y="5084097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1" name="Text 1538"/>
          <p:cNvSpPr/>
          <p:nvPr/>
        </p:nvSpPr>
        <p:spPr>
          <a:xfrm>
            <a:off x="11330115" y="4400759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938" dirty="0"/>
          </a:p>
        </p:txBody>
      </p:sp>
      <p:sp>
        <p:nvSpPr>
          <p:cNvPr id="1632" name="Text 1539"/>
          <p:cNvSpPr/>
          <p:nvPr/>
        </p:nvSpPr>
        <p:spPr>
          <a:xfrm>
            <a:off x="11330115" y="4617279"/>
            <a:ext cx="2241395" cy="39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models are faster but less nuanced.</a:t>
            </a:r>
            <a:endParaRPr lang="en-US" sz="825" dirty="0"/>
          </a:p>
        </p:txBody>
      </p:sp>
      <p:sp>
        <p:nvSpPr>
          <p:cNvPr id="1633" name="Shape 1540"/>
          <p:cNvSpPr/>
          <p:nvPr/>
        </p:nvSpPr>
        <p:spPr>
          <a:xfrm>
            <a:off x="13690178" y="4357455"/>
            <a:ext cx="2962426" cy="357257"/>
          </a:xfrm>
          <a:prstGeom prst="roundRect">
            <a:avLst>
              <a:gd name="adj" fmla="val 5332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34" name="Shape 1541"/>
          <p:cNvSpPr/>
          <p:nvPr/>
        </p:nvSpPr>
        <p:spPr>
          <a:xfrm>
            <a:off x="11330115" y="5928522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35" name="Text 1542"/>
          <p:cNvSpPr/>
          <p:nvPr/>
        </p:nvSpPr>
        <p:spPr>
          <a:xfrm>
            <a:off x="11330115" y="5245185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Explanation style</a:t>
            </a:r>
            <a:endParaRPr lang="en-US" sz="938" dirty="0"/>
          </a:p>
        </p:txBody>
      </p:sp>
      <p:sp>
        <p:nvSpPr>
          <p:cNvPr id="1636" name="Text 1543"/>
          <p:cNvSpPr/>
          <p:nvPr/>
        </p:nvSpPr>
        <p:spPr>
          <a:xfrm>
            <a:off x="11330115" y="5461705"/>
            <a:ext cx="2241395" cy="39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Affects verbosity and terminology, not personality.</a:t>
            </a:r>
            <a:endParaRPr lang="en-US" sz="825" dirty="0"/>
          </a:p>
        </p:txBody>
      </p:sp>
      <p:sp>
        <p:nvSpPr>
          <p:cNvPr id="1637" name="Shape 1544"/>
          <p:cNvSpPr/>
          <p:nvPr/>
        </p:nvSpPr>
        <p:spPr>
          <a:xfrm>
            <a:off x="13690178" y="5201881"/>
            <a:ext cx="705210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38" name="Text 1545"/>
          <p:cNvSpPr/>
          <p:nvPr/>
        </p:nvSpPr>
        <p:spPr>
          <a:xfrm>
            <a:off x="13798438" y="5256011"/>
            <a:ext cx="56489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</a:t>
            </a:r>
            <a:endParaRPr lang="en-US" sz="825" dirty="0"/>
          </a:p>
        </p:txBody>
      </p:sp>
      <p:sp>
        <p:nvSpPr>
          <p:cNvPr id="1639" name="Shape 1546"/>
          <p:cNvSpPr/>
          <p:nvPr/>
        </p:nvSpPr>
        <p:spPr>
          <a:xfrm>
            <a:off x="14460344" y="5201881"/>
            <a:ext cx="722804" cy="227345"/>
          </a:xfrm>
          <a:prstGeom prst="roundRect">
            <a:avLst>
              <a:gd name="adj" fmla="val 8379"/>
            </a:avLst>
          </a:prstGeom>
          <a:solidFill>
            <a:srgbClr val="1B2E22"/>
          </a:solidFill>
          <a:ln w="9525">
            <a:solidFill>
              <a:srgbClr val="7CC596"/>
            </a:solidFill>
            <a:prstDash val="solid"/>
          </a:ln>
        </p:spPr>
      </p:sp>
      <p:sp>
        <p:nvSpPr>
          <p:cNvPr id="1640" name="Text 1547"/>
          <p:cNvSpPr/>
          <p:nvPr/>
        </p:nvSpPr>
        <p:spPr>
          <a:xfrm>
            <a:off x="14568604" y="5256011"/>
            <a:ext cx="582484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</a:t>
            </a:r>
            <a:endParaRPr lang="en-US" sz="825" dirty="0"/>
          </a:p>
        </p:txBody>
      </p:sp>
      <p:sp>
        <p:nvSpPr>
          <p:cNvPr id="1641" name="Shape 1548"/>
          <p:cNvSpPr/>
          <p:nvPr/>
        </p:nvSpPr>
        <p:spPr>
          <a:xfrm>
            <a:off x="15248103" y="5201881"/>
            <a:ext cx="737350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42" name="Text 1549"/>
          <p:cNvSpPr/>
          <p:nvPr/>
        </p:nvSpPr>
        <p:spPr>
          <a:xfrm>
            <a:off x="15356363" y="5256011"/>
            <a:ext cx="597031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643" name="Shape 1550"/>
          <p:cNvSpPr/>
          <p:nvPr/>
        </p:nvSpPr>
        <p:spPr>
          <a:xfrm>
            <a:off x="16050410" y="5201881"/>
            <a:ext cx="602195" cy="227345"/>
          </a:xfrm>
          <a:prstGeom prst="roundRect">
            <a:avLst>
              <a:gd name="adj" fmla="val 8379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44" name="Text 1551"/>
          <p:cNvSpPr/>
          <p:nvPr/>
        </p:nvSpPr>
        <p:spPr>
          <a:xfrm>
            <a:off x="16158670" y="5256011"/>
            <a:ext cx="461875" cy="157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17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</a:t>
            </a:r>
            <a:endParaRPr lang="en-US" sz="825" dirty="0"/>
          </a:p>
        </p:txBody>
      </p:sp>
      <p:sp>
        <p:nvSpPr>
          <p:cNvPr id="1645" name="Shape 1552"/>
          <p:cNvSpPr/>
          <p:nvPr/>
        </p:nvSpPr>
        <p:spPr>
          <a:xfrm>
            <a:off x="11330115" y="6594320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46" name="Text 1553"/>
          <p:cNvSpPr/>
          <p:nvPr/>
        </p:nvSpPr>
        <p:spPr>
          <a:xfrm>
            <a:off x="11330115" y="6089611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Per-prompt timeout</a:t>
            </a:r>
            <a:endParaRPr lang="en-US" sz="938" dirty="0"/>
          </a:p>
        </p:txBody>
      </p:sp>
      <p:sp>
        <p:nvSpPr>
          <p:cNvPr id="1647" name="Text 1554"/>
          <p:cNvSpPr/>
          <p:nvPr/>
        </p:nvSpPr>
        <p:spPr>
          <a:xfrm>
            <a:off x="11330115" y="6306131"/>
            <a:ext cx="2241395" cy="21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Skip explanation if model exceeds this.</a:t>
            </a:r>
            <a:endParaRPr lang="en-US" sz="825" dirty="0"/>
          </a:p>
        </p:txBody>
      </p:sp>
      <p:sp>
        <p:nvSpPr>
          <p:cNvPr id="1648" name="Shape 1555"/>
          <p:cNvSpPr/>
          <p:nvPr/>
        </p:nvSpPr>
        <p:spPr>
          <a:xfrm>
            <a:off x="13711829" y="6067959"/>
            <a:ext cx="1948676" cy="173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49" name="Text 1556"/>
          <p:cNvSpPr/>
          <p:nvPr/>
        </p:nvSpPr>
        <p:spPr>
          <a:xfrm>
            <a:off x="15714218" y="6073372"/>
            <a:ext cx="617498" cy="200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 s</a:t>
            </a:r>
            <a:endParaRPr lang="en-US" sz="900" dirty="0"/>
          </a:p>
        </p:txBody>
      </p:sp>
      <p:sp>
        <p:nvSpPr>
          <p:cNvPr id="1650" name="Shape 1557"/>
          <p:cNvSpPr/>
          <p:nvPr/>
        </p:nvSpPr>
        <p:spPr>
          <a:xfrm>
            <a:off x="5718370" y="6939450"/>
            <a:ext cx="5276141" cy="3848634"/>
          </a:xfrm>
          <a:prstGeom prst="roundRect">
            <a:avLst>
              <a:gd name="adj" fmla="val 49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51" name="Shape 1558"/>
          <p:cNvSpPr/>
          <p:nvPr/>
        </p:nvSpPr>
        <p:spPr>
          <a:xfrm>
            <a:off x="5729195" y="7341312"/>
            <a:ext cx="5254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2" name="Text 1559"/>
          <p:cNvSpPr/>
          <p:nvPr/>
        </p:nvSpPr>
        <p:spPr>
          <a:xfrm>
            <a:off x="5880759" y="7069362"/>
            <a:ext cx="1394600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SCAN BEHAVIOR</a:t>
            </a:r>
            <a:endParaRPr lang="en-US" sz="825" dirty="0"/>
          </a:p>
        </p:txBody>
      </p:sp>
      <p:sp>
        <p:nvSpPr>
          <p:cNvPr id="1653" name="Text 1560"/>
          <p:cNvSpPr/>
          <p:nvPr/>
        </p:nvSpPr>
        <p:spPr>
          <a:xfrm>
            <a:off x="7307420" y="7080188"/>
            <a:ext cx="535966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scan</a:t>
            </a:r>
            <a:endParaRPr lang="en-US" sz="750" dirty="0"/>
          </a:p>
        </p:txBody>
      </p:sp>
      <p:sp>
        <p:nvSpPr>
          <p:cNvPr id="1654" name="Shape 1561"/>
          <p:cNvSpPr/>
          <p:nvPr/>
        </p:nvSpPr>
        <p:spPr>
          <a:xfrm>
            <a:off x="5880759" y="9105947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55" name="Text 1562"/>
          <p:cNvSpPr/>
          <p:nvPr/>
        </p:nvSpPr>
        <p:spPr>
          <a:xfrm>
            <a:off x="5880759" y="7653965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Protected paths</a:t>
            </a:r>
            <a:endParaRPr lang="en-US" sz="938" dirty="0"/>
          </a:p>
        </p:txBody>
      </p:sp>
      <p:sp>
        <p:nvSpPr>
          <p:cNvPr id="1656" name="Text 1563"/>
          <p:cNvSpPr/>
          <p:nvPr/>
        </p:nvSpPr>
        <p:spPr>
          <a:xfrm>
            <a:off x="5880759" y="7870484"/>
            <a:ext cx="2241395" cy="39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Vigil refuses to flag anything beneath these.</a:t>
            </a:r>
            <a:endParaRPr lang="en-US" sz="825" dirty="0"/>
          </a:p>
        </p:txBody>
      </p:sp>
      <p:sp>
        <p:nvSpPr>
          <p:cNvPr id="1657" name="Shape 1564"/>
          <p:cNvSpPr/>
          <p:nvPr/>
        </p:nvSpPr>
        <p:spPr>
          <a:xfrm>
            <a:off x="8240821" y="7610661"/>
            <a:ext cx="2591299" cy="303127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58" name="Text 1565"/>
          <p:cNvSpPr/>
          <p:nvPr/>
        </p:nvSpPr>
        <p:spPr>
          <a:xfrm>
            <a:off x="8326546" y="7677336"/>
            <a:ext cx="2497588" cy="2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C:\Users\op\Documents</a:t>
            </a:r>
            <a:endParaRPr lang="en-US" sz="825" dirty="0"/>
          </a:p>
        </p:txBody>
      </p:sp>
      <p:sp>
        <p:nvSpPr>
          <p:cNvPr id="1659" name="Shape 1566"/>
          <p:cNvSpPr/>
          <p:nvPr/>
        </p:nvSpPr>
        <p:spPr>
          <a:xfrm>
            <a:off x="8240821" y="7957092"/>
            <a:ext cx="2591299" cy="303127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60" name="Text 1567"/>
          <p:cNvSpPr/>
          <p:nvPr/>
        </p:nvSpPr>
        <p:spPr>
          <a:xfrm>
            <a:off x="8326546" y="8023767"/>
            <a:ext cx="2497588" cy="2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C:\Users\op\Desktop</a:t>
            </a:r>
            <a:endParaRPr lang="en-US" sz="825" dirty="0"/>
          </a:p>
        </p:txBody>
      </p:sp>
      <p:sp>
        <p:nvSpPr>
          <p:cNvPr id="1661" name="Shape 1568"/>
          <p:cNvSpPr/>
          <p:nvPr/>
        </p:nvSpPr>
        <p:spPr>
          <a:xfrm>
            <a:off x="8240821" y="8303523"/>
            <a:ext cx="2591299" cy="303127"/>
          </a:xfrm>
          <a:prstGeom prst="rect">
            <a:avLst/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62" name="Text 1569"/>
          <p:cNvSpPr/>
          <p:nvPr/>
        </p:nvSpPr>
        <p:spPr>
          <a:xfrm>
            <a:off x="8326546" y="8370198"/>
            <a:ext cx="2497588" cy="2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D:\Photos</a:t>
            </a:r>
            <a:endParaRPr lang="en-US" sz="825" dirty="0"/>
          </a:p>
        </p:txBody>
      </p:sp>
      <p:sp>
        <p:nvSpPr>
          <p:cNvPr id="1663" name="Shape 1570"/>
          <p:cNvSpPr/>
          <p:nvPr/>
        </p:nvSpPr>
        <p:spPr>
          <a:xfrm>
            <a:off x="8240821" y="8693258"/>
            <a:ext cx="985840" cy="303127"/>
          </a:xfrm>
          <a:prstGeom prst="roundRect">
            <a:avLst>
              <a:gd name="adj" fmla="val 6284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64" name="Text 1571"/>
          <p:cNvSpPr/>
          <p:nvPr/>
        </p:nvSpPr>
        <p:spPr>
          <a:xfrm>
            <a:off x="8365111" y="8779866"/>
            <a:ext cx="737261" cy="16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 path</a:t>
            </a:r>
            <a:endParaRPr lang="en-US" sz="900" dirty="0"/>
          </a:p>
        </p:txBody>
      </p:sp>
      <p:sp>
        <p:nvSpPr>
          <p:cNvPr id="1665" name="Shape 1572"/>
          <p:cNvSpPr/>
          <p:nvPr/>
        </p:nvSpPr>
        <p:spPr>
          <a:xfrm>
            <a:off x="5880759" y="9950372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66" name="Text 1573"/>
          <p:cNvSpPr/>
          <p:nvPr/>
        </p:nvSpPr>
        <p:spPr>
          <a:xfrm>
            <a:off x="5880759" y="9267035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Ignore patterns</a:t>
            </a:r>
            <a:endParaRPr lang="en-US" sz="938" dirty="0"/>
          </a:p>
        </p:txBody>
      </p:sp>
      <p:sp>
        <p:nvSpPr>
          <p:cNvPr id="1667" name="Text 1574"/>
          <p:cNvSpPr/>
          <p:nvPr/>
        </p:nvSpPr>
        <p:spPr>
          <a:xfrm>
            <a:off x="5880759" y="9483554"/>
            <a:ext cx="2241395" cy="39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 patterns excluded from every scan.</a:t>
            </a:r>
            <a:endParaRPr lang="en-US" sz="825" dirty="0"/>
          </a:p>
        </p:txBody>
      </p:sp>
      <p:sp>
        <p:nvSpPr>
          <p:cNvPr id="1668" name="Shape 1575"/>
          <p:cNvSpPr/>
          <p:nvPr/>
        </p:nvSpPr>
        <p:spPr>
          <a:xfrm>
            <a:off x="8240821" y="9223731"/>
            <a:ext cx="2591299" cy="335605"/>
          </a:xfrm>
          <a:prstGeom prst="roundRect">
            <a:avLst>
              <a:gd name="adj" fmla="val 5676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69" name="Shape 1576"/>
          <p:cNvSpPr/>
          <p:nvPr/>
        </p:nvSpPr>
        <p:spPr>
          <a:xfrm>
            <a:off x="5880759" y="10616171"/>
            <a:ext cx="4951361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0" name="Text 1577"/>
          <p:cNvSpPr/>
          <p:nvPr/>
        </p:nvSpPr>
        <p:spPr>
          <a:xfrm>
            <a:off x="5880759" y="10111462"/>
            <a:ext cx="2241395" cy="211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/ system files</a:t>
            </a:r>
            <a:endParaRPr lang="en-US" sz="938" dirty="0"/>
          </a:p>
        </p:txBody>
      </p:sp>
      <p:sp>
        <p:nvSpPr>
          <p:cNvPr id="1671" name="Text 1578"/>
          <p:cNvSpPr/>
          <p:nvPr/>
        </p:nvSpPr>
        <p:spPr>
          <a:xfrm>
            <a:off x="5880759" y="10327981"/>
            <a:ext cx="2241395" cy="21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5" kern="0" dirty="0">
                <a:solidFill>
                  <a:srgbClr val="8A9B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OS-protected entries in scans.</a:t>
            </a:r>
            <a:endParaRPr lang="en-US" sz="825" dirty="0"/>
          </a:p>
        </p:txBody>
      </p:sp>
      <p:sp>
        <p:nvSpPr>
          <p:cNvPr id="1672" name="Shape 1579"/>
          <p:cNvSpPr/>
          <p:nvPr/>
        </p:nvSpPr>
        <p:spPr>
          <a:xfrm>
            <a:off x="8240821" y="10068158"/>
            <a:ext cx="346431" cy="194867"/>
          </a:xfrm>
          <a:prstGeom prst="roundRect">
            <a:avLst>
              <a:gd name="adj" fmla="val 9776"/>
            </a:avLst>
          </a:prstGeom>
          <a:solidFill>
            <a:srgbClr val="18241E"/>
          </a:solidFill>
          <a:ln w="9525">
            <a:solidFill>
              <a:srgbClr val="2B3D33"/>
            </a:solidFill>
            <a:prstDash val="solid"/>
          </a:ln>
        </p:spPr>
      </p:sp>
      <p:sp>
        <p:nvSpPr>
          <p:cNvPr id="1673" name="Shape 1580"/>
          <p:cNvSpPr/>
          <p:nvPr/>
        </p:nvSpPr>
        <p:spPr>
          <a:xfrm>
            <a:off x="8262474" y="10089810"/>
            <a:ext cx="151563" cy="151563"/>
          </a:xfrm>
          <a:prstGeom prst="roundRect">
            <a:avLst>
              <a:gd name="adj" fmla="val 6285"/>
            </a:avLst>
          </a:prstGeom>
          <a:solidFill>
            <a:srgbClr val="57685E"/>
          </a:solidFill>
          <a:ln/>
        </p:spPr>
      </p:sp>
      <p:sp>
        <p:nvSpPr>
          <p:cNvPr id="1674" name="Text 1581"/>
          <p:cNvSpPr/>
          <p:nvPr/>
        </p:nvSpPr>
        <p:spPr>
          <a:xfrm>
            <a:off x="8673861" y="10095222"/>
            <a:ext cx="273266" cy="178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</a:t>
            </a:r>
            <a:endParaRPr lang="en-US" sz="750" dirty="0"/>
          </a:p>
        </p:txBody>
      </p:sp>
      <p:sp>
        <p:nvSpPr>
          <p:cNvPr id="1675" name="Shape 1582"/>
          <p:cNvSpPr/>
          <p:nvPr/>
        </p:nvSpPr>
        <p:spPr>
          <a:xfrm>
            <a:off x="11167725" y="6939450"/>
            <a:ext cx="5647269" cy="3848634"/>
          </a:xfrm>
          <a:prstGeom prst="roundRect">
            <a:avLst>
              <a:gd name="adj" fmla="val 495"/>
            </a:avLst>
          </a:prstGeom>
          <a:solidFill>
            <a:srgbClr val="141D18"/>
          </a:solidFill>
          <a:ln w="9525">
            <a:solidFill>
              <a:srgbClr val="213028"/>
            </a:solidFill>
            <a:prstDash val="solid"/>
          </a:ln>
        </p:spPr>
      </p:sp>
      <p:sp>
        <p:nvSpPr>
          <p:cNvPr id="1676" name="Shape 1583"/>
          <p:cNvSpPr/>
          <p:nvPr/>
        </p:nvSpPr>
        <p:spPr>
          <a:xfrm>
            <a:off x="11178551" y="7341312"/>
            <a:ext cx="5625617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77" name="Text 1584"/>
          <p:cNvSpPr/>
          <p:nvPr/>
        </p:nvSpPr>
        <p:spPr>
          <a:xfrm>
            <a:off x="11330115" y="7069362"/>
            <a:ext cx="591280" cy="18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D6E2D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ABOUT</a:t>
            </a:r>
            <a:endParaRPr lang="en-US" sz="825" dirty="0"/>
          </a:p>
        </p:txBody>
      </p:sp>
      <p:sp>
        <p:nvSpPr>
          <p:cNvPr id="1678" name="Text 1585"/>
          <p:cNvSpPr/>
          <p:nvPr/>
        </p:nvSpPr>
        <p:spPr>
          <a:xfrm>
            <a:off x="11953454" y="7080188"/>
            <a:ext cx="601598" cy="178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about</a:t>
            </a:r>
            <a:endParaRPr lang="en-US" sz="750" dirty="0"/>
          </a:p>
        </p:txBody>
      </p:sp>
      <p:sp>
        <p:nvSpPr>
          <p:cNvPr id="1679" name="Shape 1586"/>
          <p:cNvSpPr/>
          <p:nvPr/>
        </p:nvSpPr>
        <p:spPr>
          <a:xfrm>
            <a:off x="11330115" y="7936741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0" name="Text 1587"/>
          <p:cNvSpPr/>
          <p:nvPr/>
        </p:nvSpPr>
        <p:spPr>
          <a:xfrm>
            <a:off x="11330115" y="7653965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</a:t>
            </a:r>
            <a:endParaRPr lang="en-US" sz="938" dirty="0"/>
          </a:p>
        </p:txBody>
      </p:sp>
      <p:sp>
        <p:nvSpPr>
          <p:cNvPr id="1681" name="Text 1588"/>
          <p:cNvSpPr/>
          <p:nvPr/>
        </p:nvSpPr>
        <p:spPr>
          <a:xfrm>
            <a:off x="13690178" y="7610661"/>
            <a:ext cx="3051299" cy="22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" kern="0" dirty="0">
                <a:solidFill>
                  <a:srgbClr val="D6E2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0.4.2 · build 2026-05-08</a:t>
            </a:r>
            <a:endParaRPr lang="en-US" sz="900" dirty="0"/>
          </a:p>
        </p:txBody>
      </p:sp>
      <p:sp>
        <p:nvSpPr>
          <p:cNvPr id="1682" name="Shape 1589"/>
          <p:cNvSpPr/>
          <p:nvPr/>
        </p:nvSpPr>
        <p:spPr>
          <a:xfrm>
            <a:off x="11330115" y="8380606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3" name="Text 1590"/>
          <p:cNvSpPr/>
          <p:nvPr/>
        </p:nvSpPr>
        <p:spPr>
          <a:xfrm>
            <a:off x="11330115" y="8097830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938" dirty="0"/>
          </a:p>
        </p:txBody>
      </p:sp>
      <p:sp>
        <p:nvSpPr>
          <p:cNvPr id="1684" name="Text 1591"/>
          <p:cNvSpPr/>
          <p:nvPr/>
        </p:nvSpPr>
        <p:spPr>
          <a:xfrm>
            <a:off x="13690178" y="8054526"/>
            <a:ext cx="3051299" cy="22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u="sng" spc="5" kern="0" dirty="0">
                <a:solidFill>
                  <a:srgbClr val="7CC5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github.com/vigil/vigil</a:t>
            </a:r>
            <a:endParaRPr lang="en-US" sz="900" dirty="0"/>
          </a:p>
        </p:txBody>
      </p:sp>
      <p:sp>
        <p:nvSpPr>
          <p:cNvPr id="1685" name="Shape 1592"/>
          <p:cNvSpPr/>
          <p:nvPr/>
        </p:nvSpPr>
        <p:spPr>
          <a:xfrm>
            <a:off x="11330115" y="9040991"/>
            <a:ext cx="5322489" cy="9525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86" name="Text 1593"/>
          <p:cNvSpPr/>
          <p:nvPr/>
        </p:nvSpPr>
        <p:spPr>
          <a:xfrm>
            <a:off x="11330115" y="8541695"/>
            <a:ext cx="2241395" cy="21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Diagnostics</a:t>
            </a:r>
            <a:endParaRPr lang="en-US" sz="938" dirty="0"/>
          </a:p>
        </p:txBody>
      </p:sp>
      <p:sp>
        <p:nvSpPr>
          <p:cNvPr id="1687" name="Shape 1594"/>
          <p:cNvSpPr/>
          <p:nvPr/>
        </p:nvSpPr>
        <p:spPr>
          <a:xfrm>
            <a:off x="13690178" y="8498391"/>
            <a:ext cx="990745" cy="433039"/>
          </a:xfrm>
          <a:prstGeom prst="roundRect">
            <a:avLst>
              <a:gd name="adj" fmla="val 43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88" name="Text 1595"/>
          <p:cNvSpPr/>
          <p:nvPr/>
        </p:nvSpPr>
        <p:spPr>
          <a:xfrm>
            <a:off x="13814467" y="8584999"/>
            <a:ext cx="742166" cy="297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config</a:t>
            </a:r>
            <a:endParaRPr lang="en-US" sz="900" dirty="0"/>
          </a:p>
        </p:txBody>
      </p:sp>
      <p:sp>
        <p:nvSpPr>
          <p:cNvPr id="1689" name="Shape 1596"/>
          <p:cNvSpPr/>
          <p:nvPr/>
        </p:nvSpPr>
        <p:spPr>
          <a:xfrm>
            <a:off x="14745880" y="8498391"/>
            <a:ext cx="802982" cy="433039"/>
          </a:xfrm>
          <a:prstGeom prst="roundRect">
            <a:avLst>
              <a:gd name="adj" fmla="val 43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90" name="Text 1597"/>
          <p:cNvSpPr/>
          <p:nvPr/>
        </p:nvSpPr>
        <p:spPr>
          <a:xfrm>
            <a:off x="14870169" y="8584999"/>
            <a:ext cx="554403" cy="297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logs</a:t>
            </a:r>
            <a:endParaRPr lang="en-US" sz="900" dirty="0"/>
          </a:p>
        </p:txBody>
      </p:sp>
      <p:sp>
        <p:nvSpPr>
          <p:cNvPr id="1691" name="Shape 1598"/>
          <p:cNvSpPr/>
          <p:nvPr/>
        </p:nvSpPr>
        <p:spPr>
          <a:xfrm>
            <a:off x="15613818" y="8498391"/>
            <a:ext cx="1038787" cy="433039"/>
          </a:xfrm>
          <a:prstGeom prst="roundRect">
            <a:avLst>
              <a:gd name="adj" fmla="val 4399"/>
            </a:avLst>
          </a:prstGeom>
          <a:ln w="9525">
            <a:solidFill>
              <a:srgbClr val="213028"/>
            </a:solidFill>
            <a:prstDash val="solid"/>
          </a:ln>
        </p:spPr>
      </p:sp>
      <p:sp>
        <p:nvSpPr>
          <p:cNvPr id="1692" name="Text 1599"/>
          <p:cNvSpPr/>
          <p:nvPr/>
        </p:nvSpPr>
        <p:spPr>
          <a:xfrm>
            <a:off x="15738108" y="8584999"/>
            <a:ext cx="790206" cy="297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spc="18" kern="0" dirty="0">
                <a:solidFill>
                  <a:srgbClr val="D6E2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Reset settings</a:t>
            </a:r>
            <a:endParaRPr lang="en-US" sz="900" dirty="0"/>
          </a:p>
        </p:txBody>
      </p:sp>
      <p:sp>
        <p:nvSpPr>
          <p:cNvPr id="1693" name="Shape 1600"/>
          <p:cNvSpPr/>
          <p:nvPr/>
        </p:nvSpPr>
        <p:spPr>
          <a:xfrm>
            <a:off x="11330115" y="9202079"/>
            <a:ext cx="5322489" cy="10826"/>
          </a:xfrm>
          <a:prstGeom prst="rect">
            <a:avLst/>
          </a:prstGeom>
          <a:solidFill>
            <a:srgbClr val="213028"/>
          </a:solidFill>
          <a:ln/>
        </p:spPr>
      </p:sp>
      <p:sp>
        <p:nvSpPr>
          <p:cNvPr id="1694" name="Text 1601"/>
          <p:cNvSpPr/>
          <p:nvPr/>
        </p:nvSpPr>
        <p:spPr>
          <a:xfrm>
            <a:off x="11330115" y="9364469"/>
            <a:ext cx="5482164" cy="401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88" spc="5" kern="0" dirty="0">
                <a:solidFill>
                  <a:srgbClr val="5768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Vigil is local. No cloud. No telemetry. No background daemon. Settings live in a single JSON file you can copy between machines.</a:t>
            </a:r>
            <a:endParaRPr lang="en-US" sz="788" dirty="0"/>
          </a:p>
        </p:txBody>
      </p:sp>
      <p:sp>
        <p:nvSpPr>
          <p:cNvPr id="1695" name="Text 1602"/>
          <p:cNvSpPr/>
          <p:nvPr/>
        </p:nvSpPr>
        <p:spPr>
          <a:xfrm>
            <a:off x="9694664" y="10139363"/>
            <a:ext cx="118452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Settings 7/7</a:t>
            </a:r>
            <a:endParaRPr lang="en-US" sz="1050" dirty="0"/>
          </a:p>
        </p:txBody>
      </p:sp>
      <p:sp>
        <p:nvSpPr>
          <p:cNvPr id="1696" name="Shape 1603"/>
          <p:cNvSpPr/>
          <p:nvPr/>
        </p:nvSpPr>
        <p:spPr>
          <a:xfrm>
            <a:off x="2667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97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0525" y="5591175"/>
            <a:ext cx="171450" cy="171450"/>
          </a:xfrm>
          <a:prstGeom prst="rect">
            <a:avLst/>
          </a:prstGeom>
        </p:spPr>
      </p:pic>
      <p:sp>
        <p:nvSpPr>
          <p:cNvPr id="1698" name="Shape 1604"/>
          <p:cNvSpPr/>
          <p:nvPr/>
        </p:nvSpPr>
        <p:spPr>
          <a:xfrm>
            <a:off x="19888200" y="5467350"/>
            <a:ext cx="419100" cy="4191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99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20012025" y="5591175"/>
            <a:ext cx="171450" cy="171450"/>
          </a:xfrm>
          <a:prstGeom prst="rect">
            <a:avLst/>
          </a:prstGeom>
        </p:spPr>
      </p:pic>
      <p:sp>
        <p:nvSpPr>
          <p:cNvPr id="1700" name="Shape 1605"/>
          <p:cNvSpPr/>
          <p:nvPr/>
        </p:nvSpPr>
        <p:spPr>
          <a:xfrm>
            <a:off x="98583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01" name="Shape 1606"/>
          <p:cNvSpPr/>
          <p:nvPr/>
        </p:nvSpPr>
        <p:spPr>
          <a:xfrm>
            <a:off x="99917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02" name="Shape 1607"/>
          <p:cNvSpPr/>
          <p:nvPr/>
        </p:nvSpPr>
        <p:spPr>
          <a:xfrm>
            <a:off x="101250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03" name="Shape 1608"/>
          <p:cNvSpPr/>
          <p:nvPr/>
        </p:nvSpPr>
        <p:spPr>
          <a:xfrm>
            <a:off x="102584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04" name="Shape 1609"/>
          <p:cNvSpPr/>
          <p:nvPr/>
        </p:nvSpPr>
        <p:spPr>
          <a:xfrm>
            <a:off x="1039177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05" name="Shape 1610"/>
          <p:cNvSpPr/>
          <p:nvPr/>
        </p:nvSpPr>
        <p:spPr>
          <a:xfrm>
            <a:off x="10525125" y="1110615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06" name="Shape 1611"/>
          <p:cNvSpPr/>
          <p:nvPr/>
        </p:nvSpPr>
        <p:spPr>
          <a:xfrm>
            <a:off x="10658475" y="11106150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2026-05-10T10:38:37Z</dcterms:created>
  <dcterms:modified xsi:type="dcterms:W3CDTF">2026-05-10T10:38:37Z</dcterms:modified>
</cp:coreProperties>
</file>